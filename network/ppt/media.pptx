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390" r:id="rId2"/>
    <p:sldId id="352" r:id="rId3"/>
    <p:sldId id="348" r:id="rId4"/>
    <p:sldId id="355" r:id="rId5"/>
    <p:sldId id="354" r:id="rId6"/>
    <p:sldId id="351" r:id="rId7"/>
    <p:sldId id="349" r:id="rId8"/>
    <p:sldId id="350" r:id="rId9"/>
    <p:sldId id="369"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nd" id="{46275B7E-A63B-4DD3-9281-80D1429B37A9}">
          <p14:sldIdLst>
            <p14:sldId id="390"/>
            <p14:sldId id="352"/>
            <p14:sldId id="348"/>
            <p14:sldId id="355"/>
            <p14:sldId id="354"/>
            <p14:sldId id="351"/>
            <p14:sldId id="349"/>
            <p14:sldId id="350"/>
            <p14:sldId id="3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a:srgbClr val="ED7D31"/>
    <a:srgbClr val="A40000"/>
    <a:srgbClr val="A9D18E"/>
    <a:srgbClr val="4472C4"/>
    <a:srgbClr val="00D3E8"/>
    <a:srgbClr val="CFDFE7"/>
    <a:srgbClr val="008EEA"/>
    <a:srgbClr val="44546A"/>
    <a:srgbClr val="C6C6C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5BF7C3-54C6-43CF-A4AB-2E7725CEB030}" type="datetimeFigureOut">
              <a:rPr lang="zh-CN" altLang="en-US" smtClean="0"/>
              <a:t>2023/10/11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26B4DB-BF57-4C8B-B2A2-1EB8B1FB1560}" type="slidenum">
              <a:rPr lang="zh-CN" altLang="en-US" smtClean="0"/>
              <a:t>‹#›</a:t>
            </a:fld>
            <a:endParaRPr lang="zh-CN" altLang="en-US"/>
          </a:p>
        </p:txBody>
      </p:sp>
    </p:spTree>
    <p:extLst>
      <p:ext uri="{BB962C8B-B14F-4D97-AF65-F5344CB8AC3E}">
        <p14:creationId xmlns:p14="http://schemas.microsoft.com/office/powerpoint/2010/main" val="5960674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458910-C54F-426F-B4E4-9A11EA7DB01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1BB1805A-7794-4A22-840B-BC5B881B66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100D236-7575-4F50-B66A-475D8F994A1B}"/>
              </a:ext>
            </a:extLst>
          </p:cNvPr>
          <p:cNvSpPr>
            <a:spLocks noGrp="1"/>
          </p:cNvSpPr>
          <p:nvPr>
            <p:ph type="dt" sz="half" idx="10"/>
          </p:nvPr>
        </p:nvSpPr>
        <p:spPr/>
        <p:txBody>
          <a:bodyPr/>
          <a:lstStyle/>
          <a:p>
            <a:fld id="{1C651236-3214-46F9-9D33-783F0260D354}" type="datetimeFigureOut">
              <a:rPr lang="zh-CN" altLang="en-US" smtClean="0"/>
              <a:t>2023/10/11</a:t>
            </a:fld>
            <a:endParaRPr lang="zh-CN" altLang="en-US"/>
          </a:p>
        </p:txBody>
      </p:sp>
      <p:sp>
        <p:nvSpPr>
          <p:cNvPr id="5" name="页脚占位符 4">
            <a:extLst>
              <a:ext uri="{FF2B5EF4-FFF2-40B4-BE49-F238E27FC236}">
                <a16:creationId xmlns:a16="http://schemas.microsoft.com/office/drawing/2014/main" id="{1DC98DA2-ADCE-498C-BBC4-38D55DAA85D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9BB5EDD-630C-4C1E-9769-6C56EEB1C6F7}"/>
              </a:ext>
            </a:extLst>
          </p:cNvPr>
          <p:cNvSpPr>
            <a:spLocks noGrp="1"/>
          </p:cNvSpPr>
          <p:nvPr>
            <p:ph type="sldNum" sz="quarter" idx="12"/>
          </p:nvPr>
        </p:nvSpPr>
        <p:spPr/>
        <p:txBody>
          <a:bodyPr/>
          <a:lstStyle/>
          <a:p>
            <a:fld id="{B1502BCF-571E-433F-99D2-89AB9B2A73EF}" type="slidenum">
              <a:rPr lang="zh-CN" altLang="en-US" smtClean="0"/>
              <a:t>‹#›</a:t>
            </a:fld>
            <a:endParaRPr lang="zh-CN" altLang="en-US"/>
          </a:p>
        </p:txBody>
      </p:sp>
    </p:spTree>
    <p:extLst>
      <p:ext uri="{BB962C8B-B14F-4D97-AF65-F5344CB8AC3E}">
        <p14:creationId xmlns:p14="http://schemas.microsoft.com/office/powerpoint/2010/main" val="25001075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F9D90A-3861-4D98-B4E4-4B36C1E98E0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DBA61D6-6AB9-4C9D-8293-881555531CD0}"/>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5F40227-FB29-4D33-8F91-8BF03948B763}"/>
              </a:ext>
            </a:extLst>
          </p:cNvPr>
          <p:cNvSpPr>
            <a:spLocks noGrp="1"/>
          </p:cNvSpPr>
          <p:nvPr>
            <p:ph type="dt" sz="half" idx="10"/>
          </p:nvPr>
        </p:nvSpPr>
        <p:spPr/>
        <p:txBody>
          <a:bodyPr/>
          <a:lstStyle/>
          <a:p>
            <a:fld id="{1C651236-3214-46F9-9D33-783F0260D354}" type="datetimeFigureOut">
              <a:rPr lang="zh-CN" altLang="en-US" smtClean="0"/>
              <a:t>2023/10/11</a:t>
            </a:fld>
            <a:endParaRPr lang="zh-CN" altLang="en-US"/>
          </a:p>
        </p:txBody>
      </p:sp>
      <p:sp>
        <p:nvSpPr>
          <p:cNvPr id="5" name="页脚占位符 4">
            <a:extLst>
              <a:ext uri="{FF2B5EF4-FFF2-40B4-BE49-F238E27FC236}">
                <a16:creationId xmlns:a16="http://schemas.microsoft.com/office/drawing/2014/main" id="{569C179E-CC45-4349-9049-EA1271770D3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16EF7C2-6631-4082-9057-85713A82AE97}"/>
              </a:ext>
            </a:extLst>
          </p:cNvPr>
          <p:cNvSpPr>
            <a:spLocks noGrp="1"/>
          </p:cNvSpPr>
          <p:nvPr>
            <p:ph type="sldNum" sz="quarter" idx="12"/>
          </p:nvPr>
        </p:nvSpPr>
        <p:spPr/>
        <p:txBody>
          <a:bodyPr/>
          <a:lstStyle/>
          <a:p>
            <a:fld id="{B1502BCF-571E-433F-99D2-89AB9B2A73EF}" type="slidenum">
              <a:rPr lang="zh-CN" altLang="en-US" smtClean="0"/>
              <a:t>‹#›</a:t>
            </a:fld>
            <a:endParaRPr lang="zh-CN" altLang="en-US"/>
          </a:p>
        </p:txBody>
      </p:sp>
    </p:spTree>
    <p:extLst>
      <p:ext uri="{BB962C8B-B14F-4D97-AF65-F5344CB8AC3E}">
        <p14:creationId xmlns:p14="http://schemas.microsoft.com/office/powerpoint/2010/main" val="356857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F735AC-C511-4BA7-AEBD-E733B247FCDD}"/>
              </a:ext>
            </a:extLst>
          </p:cNvPr>
          <p:cNvSpPr>
            <a:spLocks noGrp="1"/>
          </p:cNvSpPr>
          <p:nvPr>
            <p:ph type="title" hasCustomPrompt="1"/>
          </p:nvPr>
        </p:nvSpPr>
        <p:spPr>
          <a:xfrm>
            <a:off x="577774" y="2531347"/>
            <a:ext cx="5209309" cy="699404"/>
          </a:xfrm>
        </p:spPr>
        <p:txBody>
          <a:bodyPr wrap="square" tIns="72000" bIns="72000">
            <a:spAutoFit/>
          </a:bodyPr>
          <a:lstStyle>
            <a:lvl1pPr algn="l">
              <a:defRPr sz="4000">
                <a:latin typeface="微软雅黑" panose="020B0503020204020204" pitchFamily="34" charset="-122"/>
                <a:ea typeface="微软雅黑" panose="020B0503020204020204" pitchFamily="34" charset="-122"/>
              </a:defRPr>
            </a:lvl1pPr>
          </a:lstStyle>
          <a:p>
            <a:r>
              <a:rPr lang="zh-CN" altLang="en-US" dirty="0"/>
              <a:t>您的标题</a:t>
            </a:r>
          </a:p>
        </p:txBody>
      </p:sp>
      <p:sp>
        <p:nvSpPr>
          <p:cNvPr id="3" name="日期占位符 2">
            <a:extLst>
              <a:ext uri="{FF2B5EF4-FFF2-40B4-BE49-F238E27FC236}">
                <a16:creationId xmlns:a16="http://schemas.microsoft.com/office/drawing/2014/main" id="{FF90257A-E0D7-4177-AD06-D0438DFB07C0}"/>
              </a:ext>
            </a:extLst>
          </p:cNvPr>
          <p:cNvSpPr>
            <a:spLocks noGrp="1"/>
          </p:cNvSpPr>
          <p:nvPr>
            <p:ph type="dt" sz="half" idx="10"/>
          </p:nvPr>
        </p:nvSpPr>
        <p:spPr/>
        <p:txBody>
          <a:bodyPr/>
          <a:lstStyle/>
          <a:p>
            <a:fld id="{1C651236-3214-46F9-9D33-783F0260D354}" type="datetimeFigureOut">
              <a:rPr lang="zh-CN" altLang="en-US" smtClean="0"/>
              <a:t>2023/10/11</a:t>
            </a:fld>
            <a:endParaRPr lang="zh-CN" altLang="en-US"/>
          </a:p>
        </p:txBody>
      </p:sp>
      <p:sp>
        <p:nvSpPr>
          <p:cNvPr id="4" name="页脚占位符 3">
            <a:extLst>
              <a:ext uri="{FF2B5EF4-FFF2-40B4-BE49-F238E27FC236}">
                <a16:creationId xmlns:a16="http://schemas.microsoft.com/office/drawing/2014/main" id="{AA59EF1F-E48B-4572-AFA6-9223EEDA4CD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5642131-6F27-4CD8-BC49-77A38D323344}"/>
              </a:ext>
            </a:extLst>
          </p:cNvPr>
          <p:cNvSpPr>
            <a:spLocks noGrp="1"/>
          </p:cNvSpPr>
          <p:nvPr>
            <p:ph type="sldNum" sz="quarter" idx="12"/>
          </p:nvPr>
        </p:nvSpPr>
        <p:spPr/>
        <p:txBody>
          <a:bodyPr/>
          <a:lstStyle/>
          <a:p>
            <a:fld id="{B1502BCF-571E-433F-99D2-89AB9B2A73EF}" type="slidenum">
              <a:rPr lang="zh-CN" altLang="en-US" smtClean="0"/>
              <a:t>‹#›</a:t>
            </a:fld>
            <a:endParaRPr lang="zh-CN" altLang="en-US"/>
          </a:p>
        </p:txBody>
      </p:sp>
      <p:cxnSp>
        <p:nvCxnSpPr>
          <p:cNvPr id="11" name="直接连接符 10">
            <a:extLst>
              <a:ext uri="{FF2B5EF4-FFF2-40B4-BE49-F238E27FC236}">
                <a16:creationId xmlns:a16="http://schemas.microsoft.com/office/drawing/2014/main" id="{22493CCB-3E36-4236-8100-250B5789327E}"/>
              </a:ext>
            </a:extLst>
          </p:cNvPr>
          <p:cNvCxnSpPr>
            <a:cxnSpLocks/>
          </p:cNvCxnSpPr>
          <p:nvPr userDrawn="1"/>
        </p:nvCxnSpPr>
        <p:spPr>
          <a:xfrm>
            <a:off x="614506" y="3225223"/>
            <a:ext cx="5400000"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73500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4" name="任意多边形: 形状 23">
            <a:extLst>
              <a:ext uri="{FF2B5EF4-FFF2-40B4-BE49-F238E27FC236}">
                <a16:creationId xmlns:a16="http://schemas.microsoft.com/office/drawing/2014/main" id="{872EF6DB-335D-41E7-ADDC-05F45EA1790E}"/>
              </a:ext>
            </a:extLst>
          </p:cNvPr>
          <p:cNvSpPr/>
          <p:nvPr userDrawn="1"/>
        </p:nvSpPr>
        <p:spPr>
          <a:xfrm>
            <a:off x="0" y="0"/>
            <a:ext cx="12192000" cy="1512000"/>
          </a:xfrm>
          <a:custGeom>
            <a:avLst/>
            <a:gdLst>
              <a:gd name="connsiteX0" fmla="*/ 205288 w 12192000"/>
              <a:gd name="connsiteY0" fmla="*/ 0 h 1820202"/>
              <a:gd name="connsiteX1" fmla="*/ 12192000 w 12192000"/>
              <a:gd name="connsiteY1" fmla="*/ 0 h 1820202"/>
              <a:gd name="connsiteX2" fmla="*/ 12192000 w 12192000"/>
              <a:gd name="connsiteY2" fmla="*/ 858056 h 1820202"/>
              <a:gd name="connsiteX3" fmla="*/ 12004367 w 12192000"/>
              <a:gd name="connsiteY3" fmla="*/ 753507 h 1820202"/>
              <a:gd name="connsiteX4" fmla="*/ 10435239 w 12192000"/>
              <a:gd name="connsiteY4" fmla="*/ 351792 h 1820202"/>
              <a:gd name="connsiteX5" fmla="*/ 5605786 w 12192000"/>
              <a:gd name="connsiteY5" fmla="*/ 1798852 h 1820202"/>
              <a:gd name="connsiteX6" fmla="*/ 288062 w 12192000"/>
              <a:gd name="connsiteY6" fmla="*/ 1133027 h 1820202"/>
              <a:gd name="connsiteX7" fmla="*/ 116570 w 12192000"/>
              <a:gd name="connsiteY7" fmla="*/ 1072832 h 1820202"/>
              <a:gd name="connsiteX8" fmla="*/ 0 w 12192000"/>
              <a:gd name="connsiteY8" fmla="*/ 1028114 h 1820202"/>
              <a:gd name="connsiteX9" fmla="*/ 0 w 12192000"/>
              <a:gd name="connsiteY9" fmla="*/ 23063 h 1820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1820202">
                <a:moveTo>
                  <a:pt x="205288" y="0"/>
                </a:moveTo>
                <a:lnTo>
                  <a:pt x="12192000" y="0"/>
                </a:lnTo>
                <a:lnTo>
                  <a:pt x="12192000" y="858056"/>
                </a:lnTo>
                <a:lnTo>
                  <a:pt x="12004367" y="753507"/>
                </a:lnTo>
                <a:cubicBezTo>
                  <a:pt x="11576389" y="524537"/>
                  <a:pt x="11050017" y="300746"/>
                  <a:pt x="10435239" y="351792"/>
                </a:cubicBezTo>
                <a:cubicBezTo>
                  <a:pt x="9205682" y="453885"/>
                  <a:pt x="7296982" y="1668646"/>
                  <a:pt x="5605786" y="1798852"/>
                </a:cubicBezTo>
                <a:cubicBezTo>
                  <a:pt x="3914590" y="1929058"/>
                  <a:pt x="1183227" y="1433388"/>
                  <a:pt x="288062" y="1133027"/>
                </a:cubicBezTo>
                <a:cubicBezTo>
                  <a:pt x="232114" y="1114254"/>
                  <a:pt x="174641" y="1094124"/>
                  <a:pt x="116570" y="1072832"/>
                </a:cubicBezTo>
                <a:lnTo>
                  <a:pt x="0" y="1028114"/>
                </a:lnTo>
                <a:lnTo>
                  <a:pt x="0" y="23063"/>
                </a:lnTo>
                <a:close/>
              </a:path>
            </a:pathLst>
          </a:custGeom>
          <a:solidFill>
            <a:srgbClr val="FFC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4000">
              <a:effectLst/>
            </a:endParaRPr>
          </a:p>
        </p:txBody>
      </p:sp>
      <p:sp>
        <p:nvSpPr>
          <p:cNvPr id="26" name="任意多边形: 形状 25">
            <a:extLst>
              <a:ext uri="{FF2B5EF4-FFF2-40B4-BE49-F238E27FC236}">
                <a16:creationId xmlns:a16="http://schemas.microsoft.com/office/drawing/2014/main" id="{B97DF034-3308-4BA6-A390-1C3EEDAA1039}"/>
              </a:ext>
            </a:extLst>
          </p:cNvPr>
          <p:cNvSpPr/>
          <p:nvPr userDrawn="1"/>
        </p:nvSpPr>
        <p:spPr>
          <a:xfrm>
            <a:off x="0" y="1"/>
            <a:ext cx="12192000" cy="1440000"/>
          </a:xfrm>
          <a:custGeom>
            <a:avLst/>
            <a:gdLst>
              <a:gd name="connsiteX0" fmla="*/ 0 w 12192000"/>
              <a:gd name="connsiteY0" fmla="*/ 0 h 1658639"/>
              <a:gd name="connsiteX1" fmla="*/ 12192000 w 12192000"/>
              <a:gd name="connsiteY1" fmla="*/ 0 h 1658639"/>
              <a:gd name="connsiteX2" fmla="*/ 12192000 w 12192000"/>
              <a:gd name="connsiteY2" fmla="*/ 993063 h 1658639"/>
              <a:gd name="connsiteX3" fmla="*/ 12108056 w 12192000"/>
              <a:gd name="connsiteY3" fmla="*/ 961496 h 1658639"/>
              <a:gd name="connsiteX4" fmla="*/ 9854214 w 12192000"/>
              <a:gd name="connsiteY4" fmla="*/ 190229 h 1658639"/>
              <a:gd name="connsiteX5" fmla="*/ 5024761 w 12192000"/>
              <a:gd name="connsiteY5" fmla="*/ 1637289 h 1658639"/>
              <a:gd name="connsiteX6" fmla="*/ 123178 w 12192000"/>
              <a:gd name="connsiteY6" fmla="*/ 1091651 h 1658639"/>
              <a:gd name="connsiteX7" fmla="*/ 0 w 12192000"/>
              <a:gd name="connsiteY7" fmla="*/ 1056075 h 1658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658639">
                <a:moveTo>
                  <a:pt x="0" y="0"/>
                </a:moveTo>
                <a:lnTo>
                  <a:pt x="12192000" y="0"/>
                </a:lnTo>
                <a:lnTo>
                  <a:pt x="12192000" y="993063"/>
                </a:lnTo>
                <a:lnTo>
                  <a:pt x="12108056" y="961496"/>
                </a:lnTo>
                <a:cubicBezTo>
                  <a:pt x="11618795" y="750071"/>
                  <a:pt x="10853229" y="107278"/>
                  <a:pt x="9854214" y="190229"/>
                </a:cubicBezTo>
                <a:cubicBezTo>
                  <a:pt x="8624657" y="292322"/>
                  <a:pt x="6715957" y="1507083"/>
                  <a:pt x="5024761" y="1637289"/>
                </a:cubicBezTo>
                <a:cubicBezTo>
                  <a:pt x="3544965" y="1751219"/>
                  <a:pt x="1268790" y="1385963"/>
                  <a:pt x="123178" y="1091651"/>
                </a:cubicBezTo>
                <a:lnTo>
                  <a:pt x="0" y="1056075"/>
                </a:lnTo>
                <a:close/>
              </a:path>
            </a:pathLst>
          </a:custGeom>
          <a:solidFill>
            <a:srgbClr val="0070C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4000" dirty="0">
              <a:effectLst/>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8DD4F395-8B6B-44FF-AEA2-0678D1267BD3}"/>
              </a:ext>
            </a:extLst>
          </p:cNvPr>
          <p:cNvSpPr txBox="1"/>
          <p:nvPr userDrawn="1"/>
        </p:nvSpPr>
        <p:spPr>
          <a:xfrm>
            <a:off x="1631891" y="2174850"/>
            <a:ext cx="800219" cy="461665"/>
          </a:xfrm>
          <a:prstGeom prst="rect">
            <a:avLst/>
          </a:prstGeom>
          <a:noFill/>
        </p:spPr>
        <p:txBody>
          <a:bodyPr wrap="none" rtlCol="0">
            <a:spAutoFit/>
          </a:bodyPr>
          <a:lstStyle/>
          <a:p>
            <a:pPr algn="ctr"/>
            <a:r>
              <a:rPr lang="zh-CN" altLang="en-US" sz="2400" dirty="0">
                <a:solidFill>
                  <a:srgbClr val="0070C0"/>
                </a:solidFill>
                <a:effectLst>
                  <a:reflection blurRad="6350" stA="50000" endA="300" endPos="50000" dist="63500" dir="5400000" sy="-100000" algn="bl" rotWithShape="0"/>
                </a:effectLst>
                <a:latin typeface="微软雅黑" panose="020B0503020204020204" pitchFamily="34" charset="-122"/>
                <a:ea typeface="微软雅黑" panose="020B0503020204020204" pitchFamily="34" charset="-122"/>
              </a:rPr>
              <a:t>目的</a:t>
            </a:r>
          </a:p>
        </p:txBody>
      </p:sp>
      <p:sp>
        <p:nvSpPr>
          <p:cNvPr id="8" name="文本框 7">
            <a:extLst>
              <a:ext uri="{FF2B5EF4-FFF2-40B4-BE49-F238E27FC236}">
                <a16:creationId xmlns:a16="http://schemas.microsoft.com/office/drawing/2014/main" id="{427D3A01-F252-4C41-8BC6-F092A5A72F4B}"/>
              </a:ext>
            </a:extLst>
          </p:cNvPr>
          <p:cNvSpPr txBox="1"/>
          <p:nvPr userDrawn="1"/>
        </p:nvSpPr>
        <p:spPr>
          <a:xfrm>
            <a:off x="5695892" y="2174850"/>
            <a:ext cx="800219" cy="461665"/>
          </a:xfrm>
          <a:prstGeom prst="rect">
            <a:avLst/>
          </a:prstGeom>
          <a:noFill/>
        </p:spPr>
        <p:txBody>
          <a:bodyPr wrap="none" rtlCol="0">
            <a:spAutoFit/>
          </a:bodyPr>
          <a:lstStyle/>
          <a:p>
            <a:pPr algn="ctr"/>
            <a:r>
              <a:rPr lang="zh-CN" altLang="en-US" sz="2400" dirty="0">
                <a:solidFill>
                  <a:srgbClr val="0070C0"/>
                </a:solidFill>
                <a:effectLst>
                  <a:reflection blurRad="6350" stA="50000" endA="300" endPos="50000" dist="63500" dir="5400000" sy="-100000" algn="bl" rotWithShape="0"/>
                </a:effectLst>
                <a:latin typeface="微软雅黑" panose="020B0503020204020204" pitchFamily="34" charset="-122"/>
                <a:ea typeface="微软雅黑" panose="020B0503020204020204" pitchFamily="34" charset="-122"/>
              </a:rPr>
              <a:t>内容</a:t>
            </a:r>
          </a:p>
        </p:txBody>
      </p:sp>
      <p:sp>
        <p:nvSpPr>
          <p:cNvPr id="9" name="文本框 8">
            <a:extLst>
              <a:ext uri="{FF2B5EF4-FFF2-40B4-BE49-F238E27FC236}">
                <a16:creationId xmlns:a16="http://schemas.microsoft.com/office/drawing/2014/main" id="{8BAC99D5-D54E-46FC-BFF8-708B6E60380C}"/>
              </a:ext>
            </a:extLst>
          </p:cNvPr>
          <p:cNvSpPr txBox="1"/>
          <p:nvPr userDrawn="1"/>
        </p:nvSpPr>
        <p:spPr>
          <a:xfrm>
            <a:off x="9759893" y="2174850"/>
            <a:ext cx="800219" cy="461665"/>
          </a:xfrm>
          <a:prstGeom prst="rect">
            <a:avLst/>
          </a:prstGeom>
          <a:noFill/>
        </p:spPr>
        <p:txBody>
          <a:bodyPr wrap="none" rtlCol="0">
            <a:spAutoFit/>
          </a:bodyPr>
          <a:lstStyle/>
          <a:p>
            <a:pPr algn="ctr"/>
            <a:r>
              <a:rPr lang="zh-CN" altLang="en-US" sz="2400" dirty="0">
                <a:solidFill>
                  <a:srgbClr val="0070C0"/>
                </a:solidFill>
                <a:effectLst>
                  <a:reflection blurRad="6350" stA="50000" endA="300" endPos="50000" dist="63500" dir="5400000" sy="-100000" algn="bl" rotWithShape="0"/>
                </a:effectLst>
                <a:latin typeface="微软雅黑" panose="020B0503020204020204" pitchFamily="34" charset="-122"/>
                <a:ea typeface="微软雅黑" panose="020B0503020204020204" pitchFamily="34" charset="-122"/>
              </a:rPr>
              <a:t>方法</a:t>
            </a:r>
          </a:p>
        </p:txBody>
      </p:sp>
      <p:cxnSp>
        <p:nvCxnSpPr>
          <p:cNvPr id="10" name="直接连接符 9">
            <a:extLst>
              <a:ext uri="{FF2B5EF4-FFF2-40B4-BE49-F238E27FC236}">
                <a16:creationId xmlns:a16="http://schemas.microsoft.com/office/drawing/2014/main" id="{D7548DB8-CC5F-4DFF-B626-5319B3D2402C}"/>
              </a:ext>
            </a:extLst>
          </p:cNvPr>
          <p:cNvCxnSpPr>
            <a:cxnSpLocks/>
          </p:cNvCxnSpPr>
          <p:nvPr userDrawn="1"/>
        </p:nvCxnSpPr>
        <p:spPr>
          <a:xfrm>
            <a:off x="4064001" y="2174850"/>
            <a:ext cx="0" cy="4320000"/>
          </a:xfrm>
          <a:prstGeom prst="line">
            <a:avLst/>
          </a:prstGeom>
          <a:ln>
            <a:gradFill>
              <a:gsLst>
                <a:gs pos="0">
                  <a:schemeClr val="accent1">
                    <a:lumMod val="5000"/>
                    <a:lumOff val="95000"/>
                  </a:schemeClr>
                </a:gs>
                <a:gs pos="54000">
                  <a:schemeClr val="tx1"/>
                </a:gs>
                <a:gs pos="100000">
                  <a:schemeClr val="bg1"/>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9CFE4804-C16E-4603-965B-8F204284D65D}"/>
              </a:ext>
            </a:extLst>
          </p:cNvPr>
          <p:cNvCxnSpPr>
            <a:cxnSpLocks/>
          </p:cNvCxnSpPr>
          <p:nvPr userDrawn="1"/>
        </p:nvCxnSpPr>
        <p:spPr>
          <a:xfrm>
            <a:off x="8128002" y="2174850"/>
            <a:ext cx="0" cy="4320000"/>
          </a:xfrm>
          <a:prstGeom prst="line">
            <a:avLst/>
          </a:prstGeom>
          <a:ln>
            <a:gradFill>
              <a:gsLst>
                <a:gs pos="0">
                  <a:schemeClr val="accent1">
                    <a:lumMod val="5000"/>
                    <a:lumOff val="95000"/>
                  </a:schemeClr>
                </a:gs>
                <a:gs pos="54000">
                  <a:schemeClr val="tx1"/>
                </a:gs>
                <a:gs pos="100000">
                  <a:schemeClr val="bg1"/>
                </a:gs>
              </a:gsLst>
              <a:lin ang="5400000" scaled="1"/>
            </a:gradFill>
          </a:ln>
        </p:spPr>
        <p:style>
          <a:lnRef idx="1">
            <a:schemeClr val="accent1"/>
          </a:lnRef>
          <a:fillRef idx="0">
            <a:schemeClr val="accent1"/>
          </a:fillRef>
          <a:effectRef idx="0">
            <a:schemeClr val="accent1"/>
          </a:effectRef>
          <a:fontRef idx="minor">
            <a:schemeClr val="tx1"/>
          </a:fontRef>
        </p:style>
      </p:cxnSp>
      <p:pic>
        <p:nvPicPr>
          <p:cNvPr id="13" name="图形 12" descr="目标">
            <a:extLst>
              <a:ext uri="{FF2B5EF4-FFF2-40B4-BE49-F238E27FC236}">
                <a16:creationId xmlns:a16="http://schemas.microsoft.com/office/drawing/2014/main" id="{5F6A3449-0D92-433C-A864-01A24F63924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72000" y="5638706"/>
            <a:ext cx="720000" cy="720000"/>
          </a:xfrm>
          <a:prstGeom prst="rect">
            <a:avLst/>
          </a:prstGeom>
          <a:effectLst>
            <a:outerShdw blurRad="50800" dist="38100" dir="2700000" algn="tl" rotWithShape="0">
              <a:prstClr val="black">
                <a:alpha val="40000"/>
              </a:prstClr>
            </a:outerShdw>
          </a:effectLst>
        </p:spPr>
      </p:pic>
      <p:pic>
        <p:nvPicPr>
          <p:cNvPr id="14" name="图形 13" descr="书架上的书籍">
            <a:extLst>
              <a:ext uri="{FF2B5EF4-FFF2-40B4-BE49-F238E27FC236}">
                <a16:creationId xmlns:a16="http://schemas.microsoft.com/office/drawing/2014/main" id="{CC8CEF7F-C697-427C-930F-C7264572460C}"/>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36002" y="5638706"/>
            <a:ext cx="720000" cy="720000"/>
          </a:xfrm>
          <a:prstGeom prst="rect">
            <a:avLst/>
          </a:prstGeom>
          <a:effectLst>
            <a:outerShdw blurRad="50800" dist="38100" dir="2700000" algn="tl" rotWithShape="0">
              <a:prstClr val="black">
                <a:alpha val="40000"/>
              </a:prstClr>
            </a:outerShdw>
          </a:effectLst>
        </p:spPr>
      </p:pic>
      <p:pic>
        <p:nvPicPr>
          <p:cNvPr id="15" name="图形 14" descr="网络">
            <a:extLst>
              <a:ext uri="{FF2B5EF4-FFF2-40B4-BE49-F238E27FC236}">
                <a16:creationId xmlns:a16="http://schemas.microsoft.com/office/drawing/2014/main" id="{85C2B8D7-7E95-424F-8E20-691C339D95E3}"/>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800001" y="5638706"/>
            <a:ext cx="720000" cy="720000"/>
          </a:xfrm>
          <a:prstGeom prst="rect">
            <a:avLst/>
          </a:prstGeom>
          <a:effectLst>
            <a:outerShdw blurRad="50800" dist="38100" dir="2700000" algn="tl" rotWithShape="0">
              <a:prstClr val="black">
                <a:alpha val="40000"/>
              </a:prstClr>
            </a:outerShdw>
          </a:effectLst>
        </p:spPr>
      </p:pic>
      <p:sp>
        <p:nvSpPr>
          <p:cNvPr id="22" name="文本框 21">
            <a:extLst>
              <a:ext uri="{FF2B5EF4-FFF2-40B4-BE49-F238E27FC236}">
                <a16:creationId xmlns:a16="http://schemas.microsoft.com/office/drawing/2014/main" id="{6660A799-546B-4882-8909-A983FC4ABC61}"/>
              </a:ext>
            </a:extLst>
          </p:cNvPr>
          <p:cNvSpPr txBox="1"/>
          <p:nvPr userDrawn="1"/>
        </p:nvSpPr>
        <p:spPr>
          <a:xfrm>
            <a:off x="1063720" y="200196"/>
            <a:ext cx="1620957" cy="430887"/>
          </a:xfrm>
          <a:prstGeom prst="rect">
            <a:avLst/>
          </a:prstGeom>
          <a:noFill/>
        </p:spPr>
        <p:txBody>
          <a:bodyPr wrap="none" tIns="0" bIns="0"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教学提要</a:t>
            </a:r>
          </a:p>
        </p:txBody>
      </p:sp>
      <p:sp>
        <p:nvSpPr>
          <p:cNvPr id="23" name="文本框 22">
            <a:extLst>
              <a:ext uri="{FF2B5EF4-FFF2-40B4-BE49-F238E27FC236}">
                <a16:creationId xmlns:a16="http://schemas.microsoft.com/office/drawing/2014/main" id="{D294F16A-79FE-42E9-B032-C943CD83D3C3}"/>
              </a:ext>
            </a:extLst>
          </p:cNvPr>
          <p:cNvSpPr txBox="1"/>
          <p:nvPr userDrawn="1"/>
        </p:nvSpPr>
        <p:spPr>
          <a:xfrm>
            <a:off x="1063720" y="667916"/>
            <a:ext cx="904415" cy="307777"/>
          </a:xfrm>
          <a:prstGeom prst="rect">
            <a:avLst/>
          </a:prstGeom>
          <a:noFill/>
        </p:spPr>
        <p:txBody>
          <a:bodyPr wrap="none" tIns="0" bIns="0" rtlCol="0" anchor="ctr" anchorCtr="0">
            <a:spAutoFit/>
          </a:bodyPr>
          <a:lstStyle/>
          <a:p>
            <a:r>
              <a:rPr lang="en-US" altLang="zh-CN" sz="2000" dirty="0">
                <a:solidFill>
                  <a:schemeClr val="bg1"/>
                </a:solidFill>
                <a:latin typeface="Cuprum" panose="00000500000000000000" pitchFamily="2" charset="0"/>
                <a:cs typeface="Courier New" panose="02070309020205020404" pitchFamily="49" charset="0"/>
              </a:rPr>
              <a:t>Agenda</a:t>
            </a:r>
            <a:endParaRPr lang="zh-CN" altLang="en-US" sz="2000" dirty="0">
              <a:solidFill>
                <a:schemeClr val="bg1"/>
              </a:solidFill>
              <a:latin typeface="Cuprum" panose="00000500000000000000" pitchFamily="2" charset="0"/>
              <a:cs typeface="Courier New" panose="02070309020205020404" pitchFamily="49" charset="0"/>
            </a:endParaRPr>
          </a:p>
        </p:txBody>
      </p:sp>
      <p:sp>
        <p:nvSpPr>
          <p:cNvPr id="25" name="文本占位符 24">
            <a:extLst>
              <a:ext uri="{FF2B5EF4-FFF2-40B4-BE49-F238E27FC236}">
                <a16:creationId xmlns:a16="http://schemas.microsoft.com/office/drawing/2014/main" id="{EB60AD42-FF03-4CA0-8ABF-406929BED1EC}"/>
              </a:ext>
            </a:extLst>
          </p:cNvPr>
          <p:cNvSpPr>
            <a:spLocks noGrp="1"/>
          </p:cNvSpPr>
          <p:nvPr>
            <p:ph type="body" sz="quarter" idx="13" hasCustomPrompt="1"/>
          </p:nvPr>
        </p:nvSpPr>
        <p:spPr>
          <a:xfrm>
            <a:off x="281711" y="3130550"/>
            <a:ext cx="3588323" cy="461665"/>
          </a:xfrm>
        </p:spPr>
        <p:txBody>
          <a:bodyPr wrap="square">
            <a:spAutoFit/>
          </a:bodyPr>
          <a:lstStyle>
            <a:lvl1pPr marL="0" indent="0">
              <a:lnSpc>
                <a:spcPct val="100000"/>
              </a:lnSpc>
              <a:spcBef>
                <a:spcPts val="0"/>
              </a:spcBef>
              <a:buNone/>
              <a:defRPr sz="2400">
                <a:latin typeface="微软雅黑 Light" panose="020B0502040204020203" pitchFamily="34" charset="-122"/>
                <a:ea typeface="微软雅黑 Light" panose="020B0502040204020203" pitchFamily="34" charset="-122"/>
              </a:defRPr>
            </a:lvl1pPr>
            <a:lvl2pPr>
              <a:buNone/>
              <a:defRPr/>
            </a:lvl2pPr>
            <a:lvl3pPr>
              <a:buNone/>
              <a:defRPr/>
            </a:lvl3pPr>
            <a:lvl4pPr>
              <a:buNone/>
              <a:defRPr/>
            </a:lvl4pPr>
            <a:lvl5pPr>
              <a:buNone/>
              <a:defRPr/>
            </a:lvl5pPr>
          </a:lstStyle>
          <a:p>
            <a:pPr lvl="0"/>
            <a:r>
              <a:rPr lang="zh-CN" altLang="en-US" dirty="0"/>
              <a:t>目的</a:t>
            </a:r>
          </a:p>
        </p:txBody>
      </p:sp>
      <p:sp>
        <p:nvSpPr>
          <p:cNvPr id="27" name="文本占位符 24">
            <a:extLst>
              <a:ext uri="{FF2B5EF4-FFF2-40B4-BE49-F238E27FC236}">
                <a16:creationId xmlns:a16="http://schemas.microsoft.com/office/drawing/2014/main" id="{368D48CB-0F41-46BD-8EB8-7B328BCBE4BA}"/>
              </a:ext>
            </a:extLst>
          </p:cNvPr>
          <p:cNvSpPr>
            <a:spLocks noGrp="1"/>
          </p:cNvSpPr>
          <p:nvPr>
            <p:ph type="body" sz="quarter" idx="14" hasCustomPrompt="1"/>
          </p:nvPr>
        </p:nvSpPr>
        <p:spPr>
          <a:xfrm>
            <a:off x="4301840" y="3130550"/>
            <a:ext cx="3588323" cy="461665"/>
          </a:xfrm>
        </p:spPr>
        <p:txBody>
          <a:bodyPr wrap="square">
            <a:spAutoFit/>
          </a:bodyPr>
          <a:lstStyle>
            <a:lvl1pPr marL="0" indent="0">
              <a:lnSpc>
                <a:spcPct val="100000"/>
              </a:lnSpc>
              <a:spcBef>
                <a:spcPts val="0"/>
              </a:spcBef>
              <a:buNone/>
              <a:defRPr sz="2400">
                <a:latin typeface="微软雅黑 Light" panose="020B0502040204020203" pitchFamily="34" charset="-122"/>
                <a:ea typeface="微软雅黑 Light" panose="020B0502040204020203" pitchFamily="34" charset="-122"/>
              </a:defRPr>
            </a:lvl1pPr>
            <a:lvl2pPr>
              <a:buNone/>
              <a:defRPr/>
            </a:lvl2pPr>
            <a:lvl3pPr>
              <a:buNone/>
              <a:defRPr/>
            </a:lvl3pPr>
            <a:lvl4pPr>
              <a:buNone/>
              <a:defRPr/>
            </a:lvl4pPr>
            <a:lvl5pPr>
              <a:buNone/>
              <a:defRPr/>
            </a:lvl5pPr>
          </a:lstStyle>
          <a:p>
            <a:pPr lvl="0"/>
            <a:r>
              <a:rPr lang="zh-CN" altLang="en-US" dirty="0"/>
              <a:t>内容</a:t>
            </a:r>
          </a:p>
        </p:txBody>
      </p:sp>
      <p:sp>
        <p:nvSpPr>
          <p:cNvPr id="28" name="文本占位符 24">
            <a:extLst>
              <a:ext uri="{FF2B5EF4-FFF2-40B4-BE49-F238E27FC236}">
                <a16:creationId xmlns:a16="http://schemas.microsoft.com/office/drawing/2014/main" id="{124F4B73-3192-4168-A53C-EA5989F13E18}"/>
              </a:ext>
            </a:extLst>
          </p:cNvPr>
          <p:cNvSpPr>
            <a:spLocks noGrp="1"/>
          </p:cNvSpPr>
          <p:nvPr>
            <p:ph type="body" sz="quarter" idx="15" hasCustomPrompt="1"/>
          </p:nvPr>
        </p:nvSpPr>
        <p:spPr>
          <a:xfrm>
            <a:off x="8365840" y="3130550"/>
            <a:ext cx="3588323" cy="461665"/>
          </a:xfrm>
        </p:spPr>
        <p:txBody>
          <a:bodyPr wrap="square">
            <a:spAutoFit/>
          </a:bodyPr>
          <a:lstStyle>
            <a:lvl1pPr marL="0" indent="0">
              <a:lnSpc>
                <a:spcPct val="100000"/>
              </a:lnSpc>
              <a:spcBef>
                <a:spcPts val="0"/>
              </a:spcBef>
              <a:buNone/>
              <a:defRPr sz="2400">
                <a:latin typeface="微软雅黑 Light" panose="020B0502040204020203" pitchFamily="34" charset="-122"/>
                <a:ea typeface="微软雅黑 Light" panose="020B0502040204020203" pitchFamily="34" charset="-122"/>
              </a:defRPr>
            </a:lvl1pPr>
            <a:lvl2pPr>
              <a:buNone/>
              <a:defRPr/>
            </a:lvl2pPr>
            <a:lvl3pPr>
              <a:buNone/>
              <a:defRPr/>
            </a:lvl3pPr>
            <a:lvl4pPr>
              <a:buNone/>
              <a:defRPr/>
            </a:lvl4pPr>
            <a:lvl5pPr>
              <a:buNone/>
              <a:defRPr/>
            </a:lvl5pPr>
          </a:lstStyle>
          <a:p>
            <a:pPr lvl="0"/>
            <a:r>
              <a:rPr lang="zh-CN" altLang="en-US" dirty="0"/>
              <a:t>方法</a:t>
            </a:r>
          </a:p>
        </p:txBody>
      </p:sp>
    </p:spTree>
    <p:extLst>
      <p:ext uri="{BB962C8B-B14F-4D97-AF65-F5344CB8AC3E}">
        <p14:creationId xmlns:p14="http://schemas.microsoft.com/office/powerpoint/2010/main" val="1984626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
    <p:spTree>
      <p:nvGrpSpPr>
        <p:cNvPr id="1" name=""/>
        <p:cNvGrpSpPr/>
        <p:nvPr/>
      </p:nvGrpSpPr>
      <p:grpSpPr>
        <a:xfrm>
          <a:off x="0" y="0"/>
          <a:ext cx="0" cy="0"/>
          <a:chOff x="0" y="0"/>
          <a:chExt cx="0" cy="0"/>
        </a:xfrm>
      </p:grpSpPr>
      <p:sp>
        <p:nvSpPr>
          <p:cNvPr id="6" name="任意多边形: 形状 5">
            <a:extLst>
              <a:ext uri="{FF2B5EF4-FFF2-40B4-BE49-F238E27FC236}">
                <a16:creationId xmlns:a16="http://schemas.microsoft.com/office/drawing/2014/main" id="{0F97C28D-DC26-4CF7-83F5-C3B9B04DD767}"/>
              </a:ext>
            </a:extLst>
          </p:cNvPr>
          <p:cNvSpPr/>
          <p:nvPr userDrawn="1"/>
        </p:nvSpPr>
        <p:spPr>
          <a:xfrm>
            <a:off x="0" y="0"/>
            <a:ext cx="12192000" cy="1512000"/>
          </a:xfrm>
          <a:custGeom>
            <a:avLst/>
            <a:gdLst>
              <a:gd name="connsiteX0" fmla="*/ 205288 w 12192000"/>
              <a:gd name="connsiteY0" fmla="*/ 0 h 1820202"/>
              <a:gd name="connsiteX1" fmla="*/ 12192000 w 12192000"/>
              <a:gd name="connsiteY1" fmla="*/ 0 h 1820202"/>
              <a:gd name="connsiteX2" fmla="*/ 12192000 w 12192000"/>
              <a:gd name="connsiteY2" fmla="*/ 858056 h 1820202"/>
              <a:gd name="connsiteX3" fmla="*/ 12004367 w 12192000"/>
              <a:gd name="connsiteY3" fmla="*/ 753507 h 1820202"/>
              <a:gd name="connsiteX4" fmla="*/ 10435239 w 12192000"/>
              <a:gd name="connsiteY4" fmla="*/ 351792 h 1820202"/>
              <a:gd name="connsiteX5" fmla="*/ 5605786 w 12192000"/>
              <a:gd name="connsiteY5" fmla="*/ 1798852 h 1820202"/>
              <a:gd name="connsiteX6" fmla="*/ 288062 w 12192000"/>
              <a:gd name="connsiteY6" fmla="*/ 1133027 h 1820202"/>
              <a:gd name="connsiteX7" fmla="*/ 116570 w 12192000"/>
              <a:gd name="connsiteY7" fmla="*/ 1072832 h 1820202"/>
              <a:gd name="connsiteX8" fmla="*/ 0 w 12192000"/>
              <a:gd name="connsiteY8" fmla="*/ 1028114 h 1820202"/>
              <a:gd name="connsiteX9" fmla="*/ 0 w 12192000"/>
              <a:gd name="connsiteY9" fmla="*/ 23063 h 1820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1820202">
                <a:moveTo>
                  <a:pt x="205288" y="0"/>
                </a:moveTo>
                <a:lnTo>
                  <a:pt x="12192000" y="0"/>
                </a:lnTo>
                <a:lnTo>
                  <a:pt x="12192000" y="858056"/>
                </a:lnTo>
                <a:lnTo>
                  <a:pt x="12004367" y="753507"/>
                </a:lnTo>
                <a:cubicBezTo>
                  <a:pt x="11576389" y="524537"/>
                  <a:pt x="11050017" y="300746"/>
                  <a:pt x="10435239" y="351792"/>
                </a:cubicBezTo>
                <a:cubicBezTo>
                  <a:pt x="9205682" y="453885"/>
                  <a:pt x="7296982" y="1668646"/>
                  <a:pt x="5605786" y="1798852"/>
                </a:cubicBezTo>
                <a:cubicBezTo>
                  <a:pt x="3914590" y="1929058"/>
                  <a:pt x="1183227" y="1433388"/>
                  <a:pt x="288062" y="1133027"/>
                </a:cubicBezTo>
                <a:cubicBezTo>
                  <a:pt x="232114" y="1114254"/>
                  <a:pt x="174641" y="1094124"/>
                  <a:pt x="116570" y="1072832"/>
                </a:cubicBezTo>
                <a:lnTo>
                  <a:pt x="0" y="1028114"/>
                </a:lnTo>
                <a:lnTo>
                  <a:pt x="0" y="23063"/>
                </a:lnTo>
                <a:close/>
              </a:path>
            </a:pathLst>
          </a:custGeom>
          <a:solidFill>
            <a:srgbClr val="FFC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4000">
              <a:effectLst>
                <a:outerShdw blurRad="50800" dist="292100" dir="5400000" algn="t" rotWithShape="0">
                  <a:prstClr val="black">
                    <a:alpha val="40000"/>
                  </a:prstClr>
                </a:outerShdw>
              </a:effectLst>
            </a:endParaRPr>
          </a:p>
        </p:txBody>
      </p:sp>
      <p:sp>
        <p:nvSpPr>
          <p:cNvPr id="7" name="任意多边形: 形状 6">
            <a:extLst>
              <a:ext uri="{FF2B5EF4-FFF2-40B4-BE49-F238E27FC236}">
                <a16:creationId xmlns:a16="http://schemas.microsoft.com/office/drawing/2014/main" id="{4F547696-785B-4726-9AF3-FE5598EE0F62}"/>
              </a:ext>
            </a:extLst>
          </p:cNvPr>
          <p:cNvSpPr/>
          <p:nvPr userDrawn="1"/>
        </p:nvSpPr>
        <p:spPr>
          <a:xfrm>
            <a:off x="0" y="1"/>
            <a:ext cx="12192000" cy="1440000"/>
          </a:xfrm>
          <a:custGeom>
            <a:avLst/>
            <a:gdLst>
              <a:gd name="connsiteX0" fmla="*/ 0 w 12192000"/>
              <a:gd name="connsiteY0" fmla="*/ 0 h 1658639"/>
              <a:gd name="connsiteX1" fmla="*/ 12192000 w 12192000"/>
              <a:gd name="connsiteY1" fmla="*/ 0 h 1658639"/>
              <a:gd name="connsiteX2" fmla="*/ 12192000 w 12192000"/>
              <a:gd name="connsiteY2" fmla="*/ 993063 h 1658639"/>
              <a:gd name="connsiteX3" fmla="*/ 12108056 w 12192000"/>
              <a:gd name="connsiteY3" fmla="*/ 961496 h 1658639"/>
              <a:gd name="connsiteX4" fmla="*/ 9854214 w 12192000"/>
              <a:gd name="connsiteY4" fmla="*/ 190229 h 1658639"/>
              <a:gd name="connsiteX5" fmla="*/ 5024761 w 12192000"/>
              <a:gd name="connsiteY5" fmla="*/ 1637289 h 1658639"/>
              <a:gd name="connsiteX6" fmla="*/ 123178 w 12192000"/>
              <a:gd name="connsiteY6" fmla="*/ 1091651 h 1658639"/>
              <a:gd name="connsiteX7" fmla="*/ 0 w 12192000"/>
              <a:gd name="connsiteY7" fmla="*/ 1056075 h 1658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658639">
                <a:moveTo>
                  <a:pt x="0" y="0"/>
                </a:moveTo>
                <a:lnTo>
                  <a:pt x="12192000" y="0"/>
                </a:lnTo>
                <a:lnTo>
                  <a:pt x="12192000" y="993063"/>
                </a:lnTo>
                <a:lnTo>
                  <a:pt x="12108056" y="961496"/>
                </a:lnTo>
                <a:cubicBezTo>
                  <a:pt x="11618795" y="750071"/>
                  <a:pt x="10853229" y="107278"/>
                  <a:pt x="9854214" y="190229"/>
                </a:cubicBezTo>
                <a:cubicBezTo>
                  <a:pt x="8624657" y="292322"/>
                  <a:pt x="6715957" y="1507083"/>
                  <a:pt x="5024761" y="1637289"/>
                </a:cubicBezTo>
                <a:cubicBezTo>
                  <a:pt x="3544965" y="1751219"/>
                  <a:pt x="1268790" y="1385963"/>
                  <a:pt x="123178" y="1091651"/>
                </a:cubicBezTo>
                <a:lnTo>
                  <a:pt x="0" y="1056075"/>
                </a:lnTo>
                <a:close/>
              </a:path>
            </a:pathLst>
          </a:custGeom>
          <a:solidFill>
            <a:srgbClr val="0070C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4000" dirty="0">
              <a:latin typeface="微软雅黑" panose="020B0503020204020204" pitchFamily="34" charset="-122"/>
              <a:ea typeface="微软雅黑" panose="020B0503020204020204" pitchFamily="34" charset="-122"/>
            </a:endParaRPr>
          </a:p>
        </p:txBody>
      </p:sp>
      <p:sp>
        <p:nvSpPr>
          <p:cNvPr id="11" name="文本占位符 10">
            <a:extLst>
              <a:ext uri="{FF2B5EF4-FFF2-40B4-BE49-F238E27FC236}">
                <a16:creationId xmlns:a16="http://schemas.microsoft.com/office/drawing/2014/main" id="{479E73C8-D085-4471-829E-9BABEBFCF861}"/>
              </a:ext>
            </a:extLst>
          </p:cNvPr>
          <p:cNvSpPr>
            <a:spLocks noGrp="1"/>
          </p:cNvSpPr>
          <p:nvPr>
            <p:ph type="body" sz="quarter" idx="13"/>
          </p:nvPr>
        </p:nvSpPr>
        <p:spPr>
          <a:xfrm>
            <a:off x="1604961" y="260538"/>
            <a:ext cx="6088307" cy="525401"/>
          </a:xfrm>
        </p:spPr>
        <p:txBody>
          <a:bodyPr wrap="square" lIns="90000" tIns="46800" rIns="90000" bIns="46800" anchor="t" anchorCtr="0">
            <a:spAutoFit/>
          </a:bodyPr>
          <a:lstStyle>
            <a:lvl1pPr marL="0" indent="0">
              <a:lnSpc>
                <a:spcPct val="100000"/>
              </a:lnSpc>
              <a:spcBef>
                <a:spcPts val="0"/>
              </a:spcBef>
              <a:buNone/>
              <a:defRPr>
                <a:solidFill>
                  <a:schemeClr val="bg1"/>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defRPr>
            </a:lvl1pPr>
            <a:lvl2pPr>
              <a:buNone/>
              <a:defRPr/>
            </a:lvl2pPr>
            <a:lvl3pPr>
              <a:buNone/>
              <a:defRPr/>
            </a:lvl3pPr>
            <a:lvl4pPr>
              <a:buNone/>
              <a:defRPr/>
            </a:lvl4pPr>
            <a:lvl5pPr>
              <a:buNone/>
              <a:defRPr/>
            </a:lvl5pPr>
          </a:lstStyle>
          <a:p>
            <a:pPr lvl="0"/>
            <a:r>
              <a:rPr lang="zh-CN" altLang="en-US" dirty="0"/>
              <a:t>单击此处编辑母版文本样式</a:t>
            </a:r>
          </a:p>
        </p:txBody>
      </p:sp>
      <p:sp>
        <p:nvSpPr>
          <p:cNvPr id="12" name="文本占位符 10">
            <a:extLst>
              <a:ext uri="{FF2B5EF4-FFF2-40B4-BE49-F238E27FC236}">
                <a16:creationId xmlns:a16="http://schemas.microsoft.com/office/drawing/2014/main" id="{76AD6C77-8004-4467-B069-6582466EB8C0}"/>
              </a:ext>
            </a:extLst>
          </p:cNvPr>
          <p:cNvSpPr>
            <a:spLocks noGrp="1"/>
          </p:cNvSpPr>
          <p:nvPr>
            <p:ph type="body" sz="quarter" idx="14" hasCustomPrompt="1"/>
          </p:nvPr>
        </p:nvSpPr>
        <p:spPr>
          <a:xfrm>
            <a:off x="1604961" y="710691"/>
            <a:ext cx="5464053" cy="402291"/>
          </a:xfrm>
        </p:spPr>
        <p:txBody>
          <a:bodyPr wrap="square" lIns="90000" tIns="46800" rIns="90000" bIns="46800" anchor="t" anchorCtr="0">
            <a:spAutoFit/>
          </a:bodyPr>
          <a:lstStyle>
            <a:lvl1pPr marL="0" indent="0">
              <a:lnSpc>
                <a:spcPct val="100000"/>
              </a:lnSpc>
              <a:spcBef>
                <a:spcPts val="0"/>
              </a:spcBef>
              <a:buNone/>
              <a:defRPr sz="2000">
                <a:solidFill>
                  <a:schemeClr val="bg1"/>
                </a:solidFill>
                <a:effectLst>
                  <a:reflection blurRad="6350" stA="60000" endA="900" endPos="60000" dist="29997" dir="5400000" sy="-100000" algn="bl" rotWithShape="0"/>
                </a:effectLst>
                <a:latin typeface="Cuprum" panose="00000500000000000000" pitchFamily="2" charset="0"/>
                <a:ea typeface="微软雅黑 Light" panose="020B0502040204020203" pitchFamily="34" charset="-122"/>
                <a:cs typeface="Courier New" panose="02070309020205020404" pitchFamily="49" charset="0"/>
              </a:defRPr>
            </a:lvl1pPr>
            <a:lvl2pPr>
              <a:buNone/>
              <a:defRPr/>
            </a:lvl2pPr>
            <a:lvl3pPr>
              <a:buNone/>
              <a:defRPr/>
            </a:lvl3pPr>
            <a:lvl4pPr>
              <a:buNone/>
              <a:defRPr/>
            </a:lvl4pPr>
            <a:lvl5pPr>
              <a:buNone/>
              <a:defRPr/>
            </a:lvl5pPr>
          </a:lstStyle>
          <a:p>
            <a:pPr lvl="0"/>
            <a:r>
              <a:rPr lang="en-US" altLang="zh-CN" dirty="0"/>
              <a:t>subtract</a:t>
            </a:r>
            <a:endParaRPr lang="zh-CN" altLang="en-US" dirty="0"/>
          </a:p>
        </p:txBody>
      </p:sp>
      <p:sp>
        <p:nvSpPr>
          <p:cNvPr id="15" name="文本占位符 14">
            <a:extLst>
              <a:ext uri="{FF2B5EF4-FFF2-40B4-BE49-F238E27FC236}">
                <a16:creationId xmlns:a16="http://schemas.microsoft.com/office/drawing/2014/main" id="{76D1E8DA-E8FF-4717-8930-8018B821FFA3}"/>
              </a:ext>
            </a:extLst>
          </p:cNvPr>
          <p:cNvSpPr>
            <a:spLocks noGrp="1"/>
          </p:cNvSpPr>
          <p:nvPr>
            <p:ph type="body" sz="quarter" idx="15" hasCustomPrompt="1"/>
          </p:nvPr>
        </p:nvSpPr>
        <p:spPr>
          <a:xfrm>
            <a:off x="521110" y="379270"/>
            <a:ext cx="924232" cy="535531"/>
          </a:xfrm>
          <a:effectLst>
            <a:outerShdw blurRad="50800" dist="38100" dir="2700000" algn="tl" rotWithShape="0">
              <a:prstClr val="black">
                <a:alpha val="40000"/>
              </a:prstClr>
            </a:outerShdw>
          </a:effectLst>
        </p:spPr>
        <p:txBody>
          <a:bodyPr wrap="square" anchor="ctr" anchorCtr="0">
            <a:spAutoFit/>
          </a:bodyPr>
          <a:lstStyle>
            <a:lvl1pPr algn="ctr">
              <a:buNone/>
              <a:defRPr sz="3200" b="0">
                <a:solidFill>
                  <a:srgbClr val="FFC000"/>
                </a:solidFill>
                <a:latin typeface="Cuprum" panose="00000500000000000000" pitchFamily="2" charset="0"/>
                <a:ea typeface="黑体" panose="02010609060101010101" pitchFamily="49" charset="-122"/>
                <a:cs typeface="Courier New" panose="02070309020205020404" pitchFamily="49" charset="0"/>
              </a:defRPr>
            </a:lvl1pPr>
            <a:lvl2pPr>
              <a:buNone/>
              <a:defRPr/>
            </a:lvl2pPr>
            <a:lvl3pPr>
              <a:buNone/>
              <a:defRPr/>
            </a:lvl3pPr>
            <a:lvl4pPr>
              <a:buNone/>
              <a:defRPr/>
            </a:lvl4pPr>
            <a:lvl5pPr>
              <a:buNone/>
              <a:defRPr/>
            </a:lvl5pPr>
          </a:lstStyle>
          <a:p>
            <a:pPr lvl="0"/>
            <a:r>
              <a:rPr lang="en-US" altLang="zh-CN" dirty="0"/>
              <a:t>8.8</a:t>
            </a:r>
            <a:endParaRPr lang="zh-CN" altLang="en-US" dirty="0"/>
          </a:p>
        </p:txBody>
      </p:sp>
    </p:spTree>
    <p:extLst>
      <p:ext uri="{BB962C8B-B14F-4D97-AF65-F5344CB8AC3E}">
        <p14:creationId xmlns:p14="http://schemas.microsoft.com/office/powerpoint/2010/main" val="23157010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005FB0-2997-488D-A595-5502E8ECDE76}"/>
              </a:ext>
            </a:extLst>
          </p:cNvPr>
          <p:cNvSpPr>
            <a:spLocks noGrp="1"/>
          </p:cNvSpPr>
          <p:nvPr>
            <p:ph type="title" hasCustomPrompt="1"/>
          </p:nvPr>
        </p:nvSpPr>
        <p:spPr>
          <a:xfrm>
            <a:off x="3942586" y="1697941"/>
            <a:ext cx="867930" cy="4658409"/>
          </a:xfrm>
          <a:effectLst>
            <a:outerShdw blurRad="50800" dist="38100" dir="2700000" algn="tl" rotWithShape="0">
              <a:prstClr val="black">
                <a:alpha val="40000"/>
              </a:prstClr>
            </a:outerShdw>
          </a:effectLst>
        </p:spPr>
        <p:txBody>
          <a:bodyPr vert="eaVert" wrap="square">
            <a:spAutoFit/>
          </a:bodyPr>
          <a:lstStyle>
            <a:lvl1pPr algn="l">
              <a:defRPr sz="4800">
                <a:solidFill>
                  <a:schemeClr val="accent2"/>
                </a:solidFill>
                <a:latin typeface="27禹卫书法行书简体" panose="02000603000000000000" pitchFamily="2" charset="-128"/>
                <a:ea typeface="27禹卫书法行书简体" panose="02000603000000000000" pitchFamily="2" charset="-128"/>
              </a:defRPr>
            </a:lvl1pPr>
          </a:lstStyle>
          <a:p>
            <a:r>
              <a:rPr lang="zh-CN" altLang="en-US" dirty="0"/>
              <a:t>标题样式</a:t>
            </a:r>
          </a:p>
        </p:txBody>
      </p:sp>
      <p:sp>
        <p:nvSpPr>
          <p:cNvPr id="25" name="竖排文字占位符 24">
            <a:extLst>
              <a:ext uri="{FF2B5EF4-FFF2-40B4-BE49-F238E27FC236}">
                <a16:creationId xmlns:a16="http://schemas.microsoft.com/office/drawing/2014/main" id="{6346FA6A-882F-4DAD-8054-8A0A5C32D9D7}"/>
              </a:ext>
            </a:extLst>
          </p:cNvPr>
          <p:cNvSpPr>
            <a:spLocks noGrp="1"/>
          </p:cNvSpPr>
          <p:nvPr>
            <p:ph type="body" orient="vert" sz="quarter" idx="15" hasCustomPrompt="1"/>
          </p:nvPr>
        </p:nvSpPr>
        <p:spPr>
          <a:xfrm>
            <a:off x="338173" y="2067273"/>
            <a:ext cx="3544191" cy="377026"/>
          </a:xfrm>
        </p:spPr>
        <p:txBody>
          <a:bodyPr vert="horz" wrap="square">
            <a:spAutoFit/>
          </a:bodyPr>
          <a:lstStyle>
            <a:lvl1pPr marL="0" indent="0" algn="r">
              <a:buNone/>
              <a:defRPr sz="2000">
                <a:solidFill>
                  <a:schemeClr val="bg2">
                    <a:lumMod val="50000"/>
                  </a:schemeClr>
                </a:solidFill>
                <a:effectLst/>
                <a:latin typeface="Cuprum" panose="00000500000000000000" pitchFamily="2" charset="0"/>
                <a:ea typeface="微软雅黑 Light" panose="020B0502040204020203" pitchFamily="34" charset="-122"/>
                <a:cs typeface="Courier New" panose="02070309020205020404" pitchFamily="49"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subtitle</a:t>
            </a:r>
            <a:endParaRPr lang="zh-CN" altLang="en-US" dirty="0"/>
          </a:p>
        </p:txBody>
      </p:sp>
      <p:sp>
        <p:nvSpPr>
          <p:cNvPr id="27" name="竖排文字占位符 24">
            <a:extLst>
              <a:ext uri="{FF2B5EF4-FFF2-40B4-BE49-F238E27FC236}">
                <a16:creationId xmlns:a16="http://schemas.microsoft.com/office/drawing/2014/main" id="{B361453A-2AA1-4AB2-B1BE-0D3BB1AD550C}"/>
              </a:ext>
            </a:extLst>
          </p:cNvPr>
          <p:cNvSpPr>
            <a:spLocks noGrp="1"/>
          </p:cNvSpPr>
          <p:nvPr>
            <p:ph type="body" orient="vert" sz="quarter" idx="16" hasCustomPrompt="1"/>
          </p:nvPr>
        </p:nvSpPr>
        <p:spPr>
          <a:xfrm>
            <a:off x="840626" y="1697941"/>
            <a:ext cx="3041738" cy="369332"/>
          </a:xfrm>
        </p:spPr>
        <p:txBody>
          <a:bodyPr vert="horz" wrap="square">
            <a:spAutoFit/>
          </a:bodyPr>
          <a:lstStyle>
            <a:lvl1pPr marL="0" indent="0" algn="r">
              <a:buNone/>
              <a:defRPr sz="2000">
                <a:solidFill>
                  <a:sysClr val="windowText" lastClr="000000"/>
                </a:solidFill>
                <a:effectLst/>
                <a:latin typeface="微软雅黑" panose="020B0503020204020204" pitchFamily="34" charset="-122"/>
                <a:ea typeface="微软雅黑" panose="020B0503020204020204" pitchFamily="34" charset="-122"/>
                <a:cs typeface="Courier New" panose="02070309020205020404" pitchFamily="49" charset="0"/>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第一部分</a:t>
            </a:r>
          </a:p>
        </p:txBody>
      </p:sp>
      <p:cxnSp>
        <p:nvCxnSpPr>
          <p:cNvPr id="29" name="直接连接符 28">
            <a:extLst>
              <a:ext uri="{FF2B5EF4-FFF2-40B4-BE49-F238E27FC236}">
                <a16:creationId xmlns:a16="http://schemas.microsoft.com/office/drawing/2014/main" id="{61A0E528-98EB-423E-A2A9-C3217E69E5E1}"/>
              </a:ext>
            </a:extLst>
          </p:cNvPr>
          <p:cNvCxnSpPr>
            <a:cxnSpLocks/>
          </p:cNvCxnSpPr>
          <p:nvPr userDrawn="1"/>
        </p:nvCxnSpPr>
        <p:spPr>
          <a:xfrm>
            <a:off x="3942586" y="1697941"/>
            <a:ext cx="0" cy="3392129"/>
          </a:xfrm>
          <a:prstGeom prst="line">
            <a:avLst/>
          </a:prstGeom>
          <a:ln w="12700">
            <a:gradFill>
              <a:gsLst>
                <a:gs pos="0">
                  <a:schemeClr val="bg1">
                    <a:lumMod val="50000"/>
                  </a:schemeClr>
                </a:gs>
                <a:gs pos="100000">
                  <a:schemeClr val="bg1"/>
                </a:gs>
              </a:gsLst>
              <a:lin ang="5400000" scaled="1"/>
            </a:gradFill>
            <a:prstDash val="solid"/>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B11B7B2D-DE81-402D-B54B-FF109433EA4C}"/>
              </a:ext>
            </a:extLst>
          </p:cNvPr>
          <p:cNvCxnSpPr>
            <a:cxnSpLocks/>
          </p:cNvCxnSpPr>
          <p:nvPr userDrawn="1"/>
        </p:nvCxnSpPr>
        <p:spPr>
          <a:xfrm>
            <a:off x="4810516" y="1697941"/>
            <a:ext cx="0" cy="3392129"/>
          </a:xfrm>
          <a:prstGeom prst="line">
            <a:avLst/>
          </a:prstGeom>
          <a:ln w="12700">
            <a:gradFill>
              <a:gsLst>
                <a:gs pos="0">
                  <a:schemeClr val="bg1">
                    <a:lumMod val="50000"/>
                  </a:schemeClr>
                </a:gs>
                <a:gs pos="100000">
                  <a:schemeClr val="bg1"/>
                </a:gs>
              </a:gsLst>
              <a:lin ang="5400000" scaled="1"/>
            </a:gradFill>
            <a:prstDash val="solid"/>
          </a:ln>
        </p:spPr>
        <p:style>
          <a:lnRef idx="1">
            <a:schemeClr val="accent1"/>
          </a:lnRef>
          <a:fillRef idx="0">
            <a:schemeClr val="accent1"/>
          </a:fillRef>
          <a:effectRef idx="0">
            <a:schemeClr val="accent1"/>
          </a:effectRef>
          <a:fontRef idx="minor">
            <a:schemeClr val="tx1"/>
          </a:fontRef>
        </p:style>
      </p:cxnSp>
      <p:sp>
        <p:nvSpPr>
          <p:cNvPr id="32" name="图片占位符 31">
            <a:extLst>
              <a:ext uri="{FF2B5EF4-FFF2-40B4-BE49-F238E27FC236}">
                <a16:creationId xmlns:a16="http://schemas.microsoft.com/office/drawing/2014/main" id="{6EBF693F-3817-45D1-853E-27814ADF03B1}"/>
              </a:ext>
            </a:extLst>
          </p:cNvPr>
          <p:cNvSpPr>
            <a:spLocks noGrp="1"/>
          </p:cNvSpPr>
          <p:nvPr>
            <p:ph type="pic" sz="quarter" idx="17" hasCustomPrompt="1"/>
          </p:nvPr>
        </p:nvSpPr>
        <p:spPr>
          <a:xfrm>
            <a:off x="0" y="2462651"/>
            <a:ext cx="4536525" cy="4388998"/>
          </a:xfrm>
          <a:custGeom>
            <a:avLst/>
            <a:gdLst>
              <a:gd name="connsiteX0" fmla="*/ 0 w 4536525"/>
              <a:gd name="connsiteY0" fmla="*/ 1265183 h 4388998"/>
              <a:gd name="connsiteX1" fmla="*/ 3287951 w 4536525"/>
              <a:gd name="connsiteY1" fmla="*/ 4388998 h 4388998"/>
              <a:gd name="connsiteX2" fmla="*/ 0 w 4536525"/>
              <a:gd name="connsiteY2" fmla="*/ 4388998 h 4388998"/>
              <a:gd name="connsiteX3" fmla="*/ 0 w 4536525"/>
              <a:gd name="connsiteY3" fmla="*/ 0 h 4388998"/>
              <a:gd name="connsiteX4" fmla="*/ 4536525 w 4536525"/>
              <a:gd name="connsiteY4" fmla="*/ 4388998 h 4388998"/>
              <a:gd name="connsiteX5" fmla="*/ 3835333 w 4536525"/>
              <a:gd name="connsiteY5" fmla="*/ 4388998 h 4388998"/>
              <a:gd name="connsiteX6" fmla="*/ 0 w 4536525"/>
              <a:gd name="connsiteY6" fmla="*/ 745126 h 4388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6525" h="4388998">
                <a:moveTo>
                  <a:pt x="0" y="1265183"/>
                </a:moveTo>
                <a:lnTo>
                  <a:pt x="3287951" y="4388998"/>
                </a:lnTo>
                <a:lnTo>
                  <a:pt x="0" y="4388998"/>
                </a:lnTo>
                <a:close/>
                <a:moveTo>
                  <a:pt x="0" y="0"/>
                </a:moveTo>
                <a:lnTo>
                  <a:pt x="4536525" y="4388998"/>
                </a:lnTo>
                <a:lnTo>
                  <a:pt x="3835333" y="4388998"/>
                </a:lnTo>
                <a:lnTo>
                  <a:pt x="0" y="745126"/>
                </a:lnTo>
                <a:close/>
              </a:path>
            </a:pathLst>
          </a:custGeom>
        </p:spPr>
        <p:txBody>
          <a:bodyPr wrap="square">
            <a:noAutofit/>
          </a:bodyPr>
          <a:lstStyle>
            <a:lvl1pPr marL="0" indent="0">
              <a:buNone/>
              <a:defRPr sz="1600">
                <a:latin typeface="Cuprum" panose="00000500000000000000" pitchFamily="2" charset="0"/>
              </a:defRPr>
            </a:lvl1pPr>
          </a:lstStyle>
          <a:p>
            <a:r>
              <a:rPr lang="en-US" altLang="zh-CN" dirty="0"/>
              <a:t>pic</a:t>
            </a:r>
            <a:endParaRPr lang="zh-CN" altLang="en-US" dirty="0"/>
          </a:p>
        </p:txBody>
      </p:sp>
    </p:spTree>
    <p:extLst>
      <p:ext uri="{BB962C8B-B14F-4D97-AF65-F5344CB8AC3E}">
        <p14:creationId xmlns:p14="http://schemas.microsoft.com/office/powerpoint/2010/main" val="1218995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17" name="图片占位符 16">
            <a:extLst>
              <a:ext uri="{FF2B5EF4-FFF2-40B4-BE49-F238E27FC236}">
                <a16:creationId xmlns:a16="http://schemas.microsoft.com/office/drawing/2014/main" id="{638AA98E-5F09-43E5-917B-A3DC0516110E}"/>
              </a:ext>
            </a:extLst>
          </p:cNvPr>
          <p:cNvSpPr>
            <a:spLocks noGrp="1"/>
          </p:cNvSpPr>
          <p:nvPr>
            <p:ph type="pic" sz="quarter" idx="13"/>
          </p:nvPr>
        </p:nvSpPr>
        <p:spPr>
          <a:xfrm>
            <a:off x="1" y="0"/>
            <a:ext cx="5681691" cy="6858000"/>
          </a:xfrm>
          <a:custGeom>
            <a:avLst/>
            <a:gdLst>
              <a:gd name="connsiteX0" fmla="*/ 0 w 5681691"/>
              <a:gd name="connsiteY0" fmla="*/ 0 h 6858000"/>
              <a:gd name="connsiteX1" fmla="*/ 4235570 w 5681691"/>
              <a:gd name="connsiteY1" fmla="*/ 0 h 6858000"/>
              <a:gd name="connsiteX2" fmla="*/ 5681691 w 5681691"/>
              <a:gd name="connsiteY2" fmla="*/ 6858000 h 6858000"/>
              <a:gd name="connsiteX3" fmla="*/ 0 w 56816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681691" h="6858000">
                <a:moveTo>
                  <a:pt x="0" y="0"/>
                </a:moveTo>
                <a:lnTo>
                  <a:pt x="4235570" y="0"/>
                </a:lnTo>
                <a:lnTo>
                  <a:pt x="5681691" y="6858000"/>
                </a:lnTo>
                <a:lnTo>
                  <a:pt x="0" y="6858000"/>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1700666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C0AB9B-B4C6-4335-BBEA-733E61F1438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1D73ADF-EB6E-4951-8AEE-470E11C29CA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EF8459A-280B-4402-82DF-45E2E74D21E9}"/>
              </a:ext>
            </a:extLst>
          </p:cNvPr>
          <p:cNvSpPr>
            <a:spLocks noGrp="1"/>
          </p:cNvSpPr>
          <p:nvPr>
            <p:ph type="dt" sz="half" idx="10"/>
          </p:nvPr>
        </p:nvSpPr>
        <p:spPr/>
        <p:txBody>
          <a:bodyPr/>
          <a:lstStyle/>
          <a:p>
            <a:fld id="{1C651236-3214-46F9-9D33-783F0260D354}" type="datetimeFigureOut">
              <a:rPr lang="zh-CN" altLang="en-US" smtClean="0"/>
              <a:t>2023/10/11</a:t>
            </a:fld>
            <a:endParaRPr lang="zh-CN" altLang="en-US"/>
          </a:p>
        </p:txBody>
      </p:sp>
      <p:sp>
        <p:nvSpPr>
          <p:cNvPr id="5" name="页脚占位符 4">
            <a:extLst>
              <a:ext uri="{FF2B5EF4-FFF2-40B4-BE49-F238E27FC236}">
                <a16:creationId xmlns:a16="http://schemas.microsoft.com/office/drawing/2014/main" id="{6BA8A4CF-DCF9-4C31-BE34-EAEB1AB039C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F6BB3A5-AE0C-4A84-9B48-317522CA8A4C}"/>
              </a:ext>
            </a:extLst>
          </p:cNvPr>
          <p:cNvSpPr>
            <a:spLocks noGrp="1"/>
          </p:cNvSpPr>
          <p:nvPr>
            <p:ph type="sldNum" sz="quarter" idx="12"/>
          </p:nvPr>
        </p:nvSpPr>
        <p:spPr/>
        <p:txBody>
          <a:bodyPr/>
          <a:lstStyle/>
          <a:p>
            <a:fld id="{B1502BCF-571E-433F-99D2-89AB9B2A73EF}" type="slidenum">
              <a:rPr lang="zh-CN" altLang="en-US" smtClean="0"/>
              <a:t>‹#›</a:t>
            </a:fld>
            <a:endParaRPr lang="zh-CN" altLang="en-US"/>
          </a:p>
        </p:txBody>
      </p:sp>
    </p:spTree>
    <p:extLst>
      <p:ext uri="{BB962C8B-B14F-4D97-AF65-F5344CB8AC3E}">
        <p14:creationId xmlns:p14="http://schemas.microsoft.com/office/powerpoint/2010/main" val="26682837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260034-5784-45A7-BACA-8373E2EB9ED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159B18E-B35F-4870-BA58-F21E0844B38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76B5C9B-93DC-4925-B195-50F5AE9C4DA5}"/>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013FECBF-399D-4B34-9CE2-5AFA284D2DA6}"/>
              </a:ext>
            </a:extLst>
          </p:cNvPr>
          <p:cNvSpPr>
            <a:spLocks noGrp="1"/>
          </p:cNvSpPr>
          <p:nvPr>
            <p:ph type="dt" sz="half" idx="10"/>
          </p:nvPr>
        </p:nvSpPr>
        <p:spPr/>
        <p:txBody>
          <a:bodyPr/>
          <a:lstStyle/>
          <a:p>
            <a:fld id="{1C651236-3214-46F9-9D33-783F0260D354}" type="datetimeFigureOut">
              <a:rPr lang="zh-CN" altLang="en-US" smtClean="0"/>
              <a:t>2023/10/11</a:t>
            </a:fld>
            <a:endParaRPr lang="zh-CN" altLang="en-US"/>
          </a:p>
        </p:txBody>
      </p:sp>
      <p:sp>
        <p:nvSpPr>
          <p:cNvPr id="6" name="页脚占位符 5">
            <a:extLst>
              <a:ext uri="{FF2B5EF4-FFF2-40B4-BE49-F238E27FC236}">
                <a16:creationId xmlns:a16="http://schemas.microsoft.com/office/drawing/2014/main" id="{78AC81F6-D459-4BEA-9207-A7A47BC8F77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60A4FAA-4B08-48BF-98AA-6F224CC1D1E0}"/>
              </a:ext>
            </a:extLst>
          </p:cNvPr>
          <p:cNvSpPr>
            <a:spLocks noGrp="1"/>
          </p:cNvSpPr>
          <p:nvPr>
            <p:ph type="sldNum" sz="quarter" idx="12"/>
          </p:nvPr>
        </p:nvSpPr>
        <p:spPr/>
        <p:txBody>
          <a:bodyPr/>
          <a:lstStyle/>
          <a:p>
            <a:fld id="{B1502BCF-571E-433F-99D2-89AB9B2A73EF}" type="slidenum">
              <a:rPr lang="zh-CN" altLang="en-US" smtClean="0"/>
              <a:t>‹#›</a:t>
            </a:fld>
            <a:endParaRPr lang="zh-CN" altLang="en-US"/>
          </a:p>
        </p:txBody>
      </p:sp>
    </p:spTree>
    <p:extLst>
      <p:ext uri="{BB962C8B-B14F-4D97-AF65-F5344CB8AC3E}">
        <p14:creationId xmlns:p14="http://schemas.microsoft.com/office/powerpoint/2010/main" val="709187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1AF22E-A027-4405-86A2-7A3F4E58C80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8562267-9DBD-43D4-B2EE-009DE40296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D3605B4-3DB3-47E9-8C46-665D3753D58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26BFB8A-C315-4CE7-A251-0A59BECFF6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DCEF883-8D88-4323-A582-25616B88A2E2}"/>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86F7E456-3D6D-4CB5-8E83-8CB7A62CE426}"/>
              </a:ext>
            </a:extLst>
          </p:cNvPr>
          <p:cNvSpPr>
            <a:spLocks noGrp="1"/>
          </p:cNvSpPr>
          <p:nvPr>
            <p:ph type="dt" sz="half" idx="10"/>
          </p:nvPr>
        </p:nvSpPr>
        <p:spPr/>
        <p:txBody>
          <a:bodyPr/>
          <a:lstStyle/>
          <a:p>
            <a:fld id="{1C651236-3214-46F9-9D33-783F0260D354}" type="datetimeFigureOut">
              <a:rPr lang="zh-CN" altLang="en-US" smtClean="0"/>
              <a:t>2023/10/11</a:t>
            </a:fld>
            <a:endParaRPr lang="zh-CN" altLang="en-US"/>
          </a:p>
        </p:txBody>
      </p:sp>
      <p:sp>
        <p:nvSpPr>
          <p:cNvPr id="8" name="页脚占位符 7">
            <a:extLst>
              <a:ext uri="{FF2B5EF4-FFF2-40B4-BE49-F238E27FC236}">
                <a16:creationId xmlns:a16="http://schemas.microsoft.com/office/drawing/2014/main" id="{8045CA97-12BB-4F54-A565-114E263A1AD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F0823906-C7BE-467E-A046-ED1D882AD62D}"/>
              </a:ext>
            </a:extLst>
          </p:cNvPr>
          <p:cNvSpPr>
            <a:spLocks noGrp="1"/>
          </p:cNvSpPr>
          <p:nvPr>
            <p:ph type="sldNum" sz="quarter" idx="12"/>
          </p:nvPr>
        </p:nvSpPr>
        <p:spPr/>
        <p:txBody>
          <a:bodyPr/>
          <a:lstStyle/>
          <a:p>
            <a:fld id="{B1502BCF-571E-433F-99D2-89AB9B2A73EF}" type="slidenum">
              <a:rPr lang="zh-CN" altLang="en-US" smtClean="0"/>
              <a:t>‹#›</a:t>
            </a:fld>
            <a:endParaRPr lang="zh-CN" altLang="en-US"/>
          </a:p>
        </p:txBody>
      </p:sp>
    </p:spTree>
    <p:extLst>
      <p:ext uri="{BB962C8B-B14F-4D97-AF65-F5344CB8AC3E}">
        <p14:creationId xmlns:p14="http://schemas.microsoft.com/office/powerpoint/2010/main" val="3020450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0C55AF-F3A8-4BDC-96D3-7BC22FDA182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4649A4A-0336-4C80-9947-7BB25E5D9D1F}"/>
              </a:ext>
            </a:extLst>
          </p:cNvPr>
          <p:cNvSpPr>
            <a:spLocks noGrp="1"/>
          </p:cNvSpPr>
          <p:nvPr>
            <p:ph type="dt" sz="half" idx="10"/>
          </p:nvPr>
        </p:nvSpPr>
        <p:spPr/>
        <p:txBody>
          <a:bodyPr/>
          <a:lstStyle/>
          <a:p>
            <a:fld id="{1C651236-3214-46F9-9D33-783F0260D354}" type="datetimeFigureOut">
              <a:rPr lang="zh-CN" altLang="en-US" smtClean="0"/>
              <a:t>2023/10/11</a:t>
            </a:fld>
            <a:endParaRPr lang="zh-CN" altLang="en-US"/>
          </a:p>
        </p:txBody>
      </p:sp>
      <p:sp>
        <p:nvSpPr>
          <p:cNvPr id="4" name="页脚占位符 3">
            <a:extLst>
              <a:ext uri="{FF2B5EF4-FFF2-40B4-BE49-F238E27FC236}">
                <a16:creationId xmlns:a16="http://schemas.microsoft.com/office/drawing/2014/main" id="{66F81800-4306-4CE3-B63B-ECD90D6D817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A7F7C15-DC15-41B2-A55F-4FC5559B2679}"/>
              </a:ext>
            </a:extLst>
          </p:cNvPr>
          <p:cNvSpPr>
            <a:spLocks noGrp="1"/>
          </p:cNvSpPr>
          <p:nvPr>
            <p:ph type="sldNum" sz="quarter" idx="12"/>
          </p:nvPr>
        </p:nvSpPr>
        <p:spPr/>
        <p:txBody>
          <a:bodyPr/>
          <a:lstStyle/>
          <a:p>
            <a:fld id="{B1502BCF-571E-433F-99D2-89AB9B2A73EF}" type="slidenum">
              <a:rPr lang="zh-CN" altLang="en-US" smtClean="0"/>
              <a:t>‹#›</a:t>
            </a:fld>
            <a:endParaRPr lang="zh-CN" altLang="en-US"/>
          </a:p>
        </p:txBody>
      </p:sp>
    </p:spTree>
    <p:extLst>
      <p:ext uri="{BB962C8B-B14F-4D97-AF65-F5344CB8AC3E}">
        <p14:creationId xmlns:p14="http://schemas.microsoft.com/office/powerpoint/2010/main" val="9701944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6FBA4E6-A06C-46B5-991D-700277B3F9ED}"/>
              </a:ext>
            </a:extLst>
          </p:cNvPr>
          <p:cNvSpPr>
            <a:spLocks noGrp="1"/>
          </p:cNvSpPr>
          <p:nvPr>
            <p:ph type="dt" sz="half" idx="10"/>
          </p:nvPr>
        </p:nvSpPr>
        <p:spPr/>
        <p:txBody>
          <a:bodyPr/>
          <a:lstStyle/>
          <a:p>
            <a:fld id="{1C651236-3214-46F9-9D33-783F0260D354}" type="datetimeFigureOut">
              <a:rPr lang="zh-CN" altLang="en-US" smtClean="0"/>
              <a:t>2023/10/11</a:t>
            </a:fld>
            <a:endParaRPr lang="zh-CN" altLang="en-US"/>
          </a:p>
        </p:txBody>
      </p:sp>
      <p:sp>
        <p:nvSpPr>
          <p:cNvPr id="3" name="页脚占位符 2">
            <a:extLst>
              <a:ext uri="{FF2B5EF4-FFF2-40B4-BE49-F238E27FC236}">
                <a16:creationId xmlns:a16="http://schemas.microsoft.com/office/drawing/2014/main" id="{8D5A8B00-6F22-4CCF-AEC8-715292865619}"/>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E0DD354-D49B-490B-9880-5DA123ECE1C3}"/>
              </a:ext>
            </a:extLst>
          </p:cNvPr>
          <p:cNvSpPr>
            <a:spLocks noGrp="1"/>
          </p:cNvSpPr>
          <p:nvPr>
            <p:ph type="sldNum" sz="quarter" idx="12"/>
          </p:nvPr>
        </p:nvSpPr>
        <p:spPr/>
        <p:txBody>
          <a:bodyPr/>
          <a:lstStyle/>
          <a:p>
            <a:fld id="{B1502BCF-571E-433F-99D2-89AB9B2A73EF}" type="slidenum">
              <a:rPr lang="zh-CN" altLang="en-US" smtClean="0"/>
              <a:t>‹#›</a:t>
            </a:fld>
            <a:endParaRPr lang="zh-CN" altLang="en-US"/>
          </a:p>
        </p:txBody>
      </p:sp>
    </p:spTree>
    <p:extLst>
      <p:ext uri="{BB962C8B-B14F-4D97-AF65-F5344CB8AC3E}">
        <p14:creationId xmlns:p14="http://schemas.microsoft.com/office/powerpoint/2010/main" val="33736262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6" name="Freeform 25">
            <a:extLst>
              <a:ext uri="{FF2B5EF4-FFF2-40B4-BE49-F238E27FC236}">
                <a16:creationId xmlns:a16="http://schemas.microsoft.com/office/drawing/2014/main" id="{38B69EE1-BCFE-4371-B597-971E0649EC0B}"/>
              </a:ext>
            </a:extLst>
          </p:cNvPr>
          <p:cNvSpPr>
            <a:spLocks noChangeArrowheads="1"/>
          </p:cNvSpPr>
          <p:nvPr userDrawn="1"/>
        </p:nvSpPr>
        <p:spPr bwMode="auto">
          <a:xfrm>
            <a:off x="9291315" y="136525"/>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IBM Plex Sans Light" panose="020B0403050203000203" pitchFamily="34" charset="0"/>
              <a:sym typeface="Exo 2 Light" panose="00000400000000000000" pitchFamily="50" charset="0"/>
            </a:endParaRPr>
          </a:p>
        </p:txBody>
      </p:sp>
      <p:sp>
        <p:nvSpPr>
          <p:cNvPr id="7" name="TextBox 26">
            <a:extLst>
              <a:ext uri="{FF2B5EF4-FFF2-40B4-BE49-F238E27FC236}">
                <a16:creationId xmlns:a16="http://schemas.microsoft.com/office/drawing/2014/main" id="{7D80F13B-F800-4F65-9D06-0B1624B47232}"/>
              </a:ext>
            </a:extLst>
          </p:cNvPr>
          <p:cNvSpPr txBox="1"/>
          <p:nvPr userDrawn="1"/>
        </p:nvSpPr>
        <p:spPr>
          <a:xfrm>
            <a:off x="10153031" y="214145"/>
            <a:ext cx="2045753" cy="469359"/>
          </a:xfrm>
          <a:prstGeom prst="rect">
            <a:avLst/>
          </a:prstGeom>
          <a:noFill/>
        </p:spPr>
        <p:txBody>
          <a:bodyPr wrap="none" rtlCol="0">
            <a:spAutoFit/>
          </a:bodyPr>
          <a:lstStyle/>
          <a:p>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rPr>
              <a:t>点对点信道</a:t>
            </a:r>
            <a:endParaRPr 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endParaRPr>
          </a:p>
          <a:p>
            <a:r>
              <a:rPr lang="en-US"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rPr>
              <a:t>P</a:t>
            </a:r>
            <a:r>
              <a:rPr lang="en-US" altLang="zh-CN"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rPr>
              <a:t>oint to point</a:t>
            </a:r>
            <a:endParaRPr lang="en-US"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endParaRPr>
          </a:p>
        </p:txBody>
      </p:sp>
      <p:sp>
        <p:nvSpPr>
          <p:cNvPr id="9" name="文本占位符 8">
            <a:extLst>
              <a:ext uri="{FF2B5EF4-FFF2-40B4-BE49-F238E27FC236}">
                <a16:creationId xmlns:a16="http://schemas.microsoft.com/office/drawing/2014/main" id="{5F533DD3-707A-47BE-959C-6F1192566DB6}"/>
              </a:ext>
            </a:extLst>
          </p:cNvPr>
          <p:cNvSpPr>
            <a:spLocks noGrp="1"/>
          </p:cNvSpPr>
          <p:nvPr>
            <p:ph type="body" sz="quarter" idx="13" hasCustomPrompt="1"/>
          </p:nvPr>
        </p:nvSpPr>
        <p:spPr>
          <a:xfrm>
            <a:off x="5924549" y="177566"/>
            <a:ext cx="3286125" cy="542516"/>
          </a:xfrm>
        </p:spPr>
        <p:txBody>
          <a:bodyPr anchor="ctr" anchorCtr="0"/>
          <a:lstStyle>
            <a:lvl1pPr marL="0" indent="0" algn="r">
              <a:buNone/>
              <a:defRPr>
                <a:latin typeface="微软雅黑" panose="020B0503020204020204" pitchFamily="34" charset="-122"/>
                <a:ea typeface="微软雅黑" panose="020B0503020204020204" pitchFamily="34" charset="-122"/>
              </a:defRPr>
            </a:lvl1pPr>
            <a:lvl2pPr marL="457200" indent="0">
              <a:buNone/>
              <a:defRPr>
                <a:latin typeface="微软雅黑" panose="020B0503020204020204" pitchFamily="34" charset="-122"/>
                <a:ea typeface="微软雅黑" panose="020B0503020204020204" pitchFamily="34" charset="-122"/>
              </a:defRPr>
            </a:lvl2pPr>
            <a:lvl3pPr marL="914400" indent="0">
              <a:buNone/>
              <a:defRPr>
                <a:latin typeface="微软雅黑" panose="020B0503020204020204" pitchFamily="34" charset="-122"/>
                <a:ea typeface="微软雅黑" panose="020B0503020204020204" pitchFamily="34" charset="-122"/>
              </a:defRPr>
            </a:lvl3pPr>
            <a:lvl4pPr marL="1371600" indent="0">
              <a:buNone/>
              <a:defRPr>
                <a:latin typeface="微软雅黑" panose="020B0503020204020204" pitchFamily="34" charset="-122"/>
                <a:ea typeface="微软雅黑" panose="020B0503020204020204" pitchFamily="34" charset="-122"/>
              </a:defRPr>
            </a:lvl4pPr>
            <a:lvl5pPr marL="1828800" indent="0">
              <a:buNone/>
              <a:defRPr>
                <a:latin typeface="微软雅黑" panose="020B0503020204020204" pitchFamily="34" charset="-122"/>
                <a:ea typeface="微软雅黑" panose="020B0503020204020204" pitchFamily="34" charset="-122"/>
              </a:defRPr>
            </a:lvl5pPr>
          </a:lstStyle>
          <a:p>
            <a:pPr lvl="0"/>
            <a:r>
              <a:rPr lang="zh-CN" altLang="en-US" dirty="0"/>
              <a:t>版文本样式</a:t>
            </a:r>
          </a:p>
        </p:txBody>
      </p:sp>
      <p:sp>
        <p:nvSpPr>
          <p:cNvPr id="11" name="椭圆 10">
            <a:extLst>
              <a:ext uri="{FF2B5EF4-FFF2-40B4-BE49-F238E27FC236}">
                <a16:creationId xmlns:a16="http://schemas.microsoft.com/office/drawing/2014/main" id="{1E70C58A-5A85-4832-B6D7-16830C470707}"/>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DC82F87F-1BF8-46C1-A5E3-DA3CF824850F}"/>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614CD21A-C39D-4795-83CD-774FD349585D}"/>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EB2837F6-1D7D-46DA-8111-809E9C8B0A67}"/>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01AB2BC1-E267-4710-B496-D53DA744DE3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6E02D594-6540-4CD5-9CDE-9001117B20E9}"/>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D7450177-3DC4-4063-9A91-85BDBC7A780E}"/>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CB691F92-4285-438C-8B71-569CDBA913BC}"/>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07D649CF-34AF-43C0-80EE-504F388BEB1A}"/>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6C3BC982-0A71-4DAD-AC1C-2DEA049913C3}"/>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177E03B8-1E2B-4537-A018-26391B9575C4}"/>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1592E938-A3ED-44EC-93E9-1785BE2E4EDD}"/>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CDCEBC96-4EF5-41F1-9446-466FFB5DC9CD}"/>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B0785AE5-CD30-41AA-ACB0-765EB9154018}"/>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4F9C78BD-7254-43D0-B63D-81A0C10A2BC2}"/>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200D9AED-3611-4A19-A09B-53C3B2A2818F}"/>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A6F858B9-2052-4F86-BC88-E78AD36ED096}"/>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6BCFA25F-2B9D-4F6E-B38B-19F53F45D1CF}"/>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a:extLst>
              <a:ext uri="{FF2B5EF4-FFF2-40B4-BE49-F238E27FC236}">
                <a16:creationId xmlns:a16="http://schemas.microsoft.com/office/drawing/2014/main" id="{EF57988D-049C-4D78-A536-99EC4D0BAB04}"/>
              </a:ext>
            </a:extLst>
          </p:cNvPr>
          <p:cNvCxnSpPr>
            <a:stCxn id="11" idx="6"/>
            <a:endCxn id="28"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F3D42FA-2034-4BBA-AFD3-B3C0A5A65D39}"/>
              </a:ext>
            </a:extLst>
          </p:cNvPr>
          <p:cNvCxnSpPr>
            <a:stCxn id="11" idx="2"/>
            <a:endCxn id="12"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0B24ED17-C590-4CB2-B1A4-6D7EC6DCA772}"/>
              </a:ext>
            </a:extLst>
          </p:cNvPr>
          <p:cNvCxnSpPr>
            <a:cxnSpLocks/>
            <a:stCxn id="22" idx="3"/>
            <a:endCxn id="11"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99834F15-9349-468B-B5E5-8659E935A5A2}"/>
              </a:ext>
            </a:extLst>
          </p:cNvPr>
          <p:cNvCxnSpPr>
            <a:stCxn id="19" idx="5"/>
            <a:endCxn id="17"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A336D1BB-3A65-4649-9B52-09502722C357}"/>
              </a:ext>
            </a:extLst>
          </p:cNvPr>
          <p:cNvCxnSpPr>
            <a:stCxn id="17" idx="3"/>
            <a:endCxn id="18"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830AE0D1-FDFD-46A6-829E-66306B877083}"/>
              </a:ext>
            </a:extLst>
          </p:cNvPr>
          <p:cNvCxnSpPr>
            <a:stCxn id="20" idx="4"/>
            <a:endCxn id="17"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6AA5C445-D90A-4189-A07F-D15BA880046F}"/>
              </a:ext>
            </a:extLst>
          </p:cNvPr>
          <p:cNvCxnSpPr>
            <a:stCxn id="23" idx="4"/>
            <a:endCxn id="12"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0F8A100-95DF-45C4-A02E-0C8C46B4314C}"/>
              </a:ext>
            </a:extLst>
          </p:cNvPr>
          <p:cNvCxnSpPr>
            <a:stCxn id="26" idx="6"/>
            <a:endCxn id="27"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DDDB52B-FF38-4869-8A0D-494CE5550BDB}"/>
              </a:ext>
            </a:extLst>
          </p:cNvPr>
          <p:cNvCxnSpPr>
            <a:stCxn id="16" idx="7"/>
            <a:endCxn id="15"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F63548ED-507F-4F3D-836C-81039DF3B1E7}"/>
              </a:ext>
            </a:extLst>
          </p:cNvPr>
          <p:cNvCxnSpPr>
            <a:stCxn id="17" idx="6"/>
            <a:endCxn id="16"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719E4C08-CB97-4EC4-A528-10913EA80E69}"/>
              </a:ext>
            </a:extLst>
          </p:cNvPr>
          <p:cNvCxnSpPr>
            <a:stCxn id="23" idx="6"/>
            <a:endCxn id="11"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1511854-D175-4227-8D60-EBAF0717F6DD}"/>
              </a:ext>
            </a:extLst>
          </p:cNvPr>
          <p:cNvCxnSpPr>
            <a:stCxn id="23" idx="3"/>
            <a:endCxn id="21"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76E4B19-9F97-4F83-AA6D-5A8CBE468573}"/>
              </a:ext>
            </a:extLst>
          </p:cNvPr>
          <p:cNvCxnSpPr>
            <a:stCxn id="13" idx="3"/>
            <a:endCxn id="14"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57A9D0DD-9F1B-4A1A-B7F1-B6E664603E79}"/>
              </a:ext>
            </a:extLst>
          </p:cNvPr>
          <p:cNvCxnSpPr>
            <a:stCxn id="15" idx="4"/>
            <a:endCxn id="14"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C284FBF-DF36-40EF-86F6-16AC04A270E2}"/>
              </a:ext>
            </a:extLst>
          </p:cNvPr>
          <p:cNvCxnSpPr>
            <a:stCxn id="16" idx="5"/>
            <a:endCxn id="14"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1383EE05-8E61-4A85-A91D-D1417FCC1D5F}"/>
              </a:ext>
            </a:extLst>
          </p:cNvPr>
          <p:cNvCxnSpPr>
            <a:stCxn id="20" idx="6"/>
            <a:endCxn id="16"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8A049FF-C96C-460A-B2CD-FFC3F6D73658}"/>
              </a:ext>
            </a:extLst>
          </p:cNvPr>
          <p:cNvCxnSpPr>
            <a:stCxn id="24" idx="2"/>
            <a:endCxn id="20"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706D5248-8E0C-47C8-A71F-38D641918AF8}"/>
              </a:ext>
            </a:extLst>
          </p:cNvPr>
          <p:cNvCxnSpPr>
            <a:stCxn id="23" idx="2"/>
            <a:endCxn id="27"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ADAE38AF-A576-42C8-8850-5F9F0F06D3FA}"/>
              </a:ext>
            </a:extLst>
          </p:cNvPr>
          <p:cNvCxnSpPr>
            <a:cxnSpLocks/>
            <a:stCxn id="22" idx="2"/>
            <a:endCxn id="23"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6B8FE99F-F5FC-4420-B37A-75F109AE28D7}"/>
              </a:ext>
            </a:extLst>
          </p:cNvPr>
          <p:cNvCxnSpPr>
            <a:stCxn id="27" idx="5"/>
            <a:endCxn id="21"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5EA1E4D-310E-4749-B60D-9B05C967D9B0}"/>
              </a:ext>
            </a:extLst>
          </p:cNvPr>
          <p:cNvCxnSpPr>
            <a:stCxn id="24" idx="5"/>
            <a:endCxn id="16"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F1EBD42-7758-4DD4-B8E1-8C41CBFEDC0F}"/>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DB5DFAE-307D-4F16-BF3B-C5F160B3D503}"/>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18921FA-0CC5-4DF5-B3EC-CB661C7EB6BB}"/>
              </a:ext>
            </a:extLst>
          </p:cNvPr>
          <p:cNvCxnSpPr>
            <a:stCxn id="13" idx="6"/>
            <a:endCxn id="27"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95C4407-68F4-456A-A554-50261B51366A}"/>
              </a:ext>
            </a:extLst>
          </p:cNvPr>
          <p:cNvCxnSpPr>
            <a:stCxn id="13" idx="0"/>
            <a:endCxn id="26"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92379BE-F813-4A7D-8340-42365B6A55DA}"/>
              </a:ext>
            </a:extLst>
          </p:cNvPr>
          <p:cNvCxnSpPr>
            <a:stCxn id="13" idx="1"/>
            <a:endCxn id="15"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C25CA83-739A-45BB-9832-DEE30BADFDB4}"/>
              </a:ext>
            </a:extLst>
          </p:cNvPr>
          <p:cNvCxnSpPr>
            <a:endCxn id="15"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3E807B79-5434-4949-8936-50FCA93E0E43}"/>
              </a:ext>
            </a:extLst>
          </p:cNvPr>
          <p:cNvCxnSpPr>
            <a:stCxn id="26"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728192E-902E-423E-B8CF-43B2D5A20881}"/>
              </a:ext>
            </a:extLst>
          </p:cNvPr>
          <p:cNvCxnSpPr>
            <a:cxnSpLocks/>
            <a:endCxn id="26"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6CB4E7A-44DB-4A64-93F2-BB06DBC99A07}"/>
              </a:ext>
            </a:extLst>
          </p:cNvPr>
          <p:cNvCxnSpPr>
            <a:stCxn id="19" idx="7"/>
            <a:endCxn id="20"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EDBE1156-FDC8-4DE2-B587-33F0C37EFB69}"/>
              </a:ext>
            </a:extLst>
          </p:cNvPr>
          <p:cNvCxnSpPr>
            <a:stCxn id="19" idx="0"/>
            <a:endCxn id="25"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F0E83090-2481-476D-ACEF-A67D7B5914B7}"/>
              </a:ext>
            </a:extLst>
          </p:cNvPr>
          <p:cNvCxnSpPr>
            <a:stCxn id="20" idx="1"/>
            <a:endCxn id="25"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B1DAAC1-BA9B-409D-970B-A5D12C8596EA}"/>
              </a:ext>
            </a:extLst>
          </p:cNvPr>
          <p:cNvCxnSpPr>
            <a:cxnSpLocks/>
            <a:stCxn id="16"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7500C3F-46B3-4B5C-9EC2-A1949BC93DC9}"/>
              </a:ext>
            </a:extLst>
          </p:cNvPr>
          <p:cNvCxnSpPr>
            <a:cxnSpLocks/>
            <a:stCxn id="24"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88F8415-9756-402F-BE52-8D940D473116}"/>
              </a:ext>
            </a:extLst>
          </p:cNvPr>
          <p:cNvCxnSpPr>
            <a:stCxn id="18" idx="0"/>
            <a:endCxn id="19"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20BA3FF9-1E96-463A-BBE8-7EC376F780F2}"/>
              </a:ext>
            </a:extLst>
          </p:cNvPr>
          <p:cNvCxnSpPr>
            <a:cxnSpLocks/>
            <a:stCxn id="18"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5853B213-278D-402D-B8CB-B123C2391C51}"/>
              </a:ext>
            </a:extLst>
          </p:cNvPr>
          <p:cNvCxnSpPr>
            <a:endCxn id="27"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7998B8E8-1748-4FD0-8836-FD7CD490892E}"/>
              </a:ext>
            </a:extLst>
          </p:cNvPr>
          <p:cNvCxnSpPr>
            <a:stCxn id="12" idx="3"/>
            <a:endCxn id="21"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EDA45374-C937-4FE7-A5B2-17A39F48B82B}"/>
              </a:ext>
            </a:extLst>
          </p:cNvPr>
          <p:cNvCxnSpPr>
            <a:cxnSpLocks/>
            <a:endCxn id="28"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B6B7628-4AF9-4E43-B218-328CB255493B}"/>
              </a:ext>
            </a:extLst>
          </p:cNvPr>
          <p:cNvCxnSpPr>
            <a:cxnSpLocks/>
            <a:stCxn id="23"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72" name="直接连接符 71">
            <a:extLst>
              <a:ext uri="{FF2B5EF4-FFF2-40B4-BE49-F238E27FC236}">
                <a16:creationId xmlns:a16="http://schemas.microsoft.com/office/drawing/2014/main" id="{14CAEE0F-D202-4D7A-AAC0-A5409DD85BF2}"/>
              </a:ext>
            </a:extLst>
          </p:cNvPr>
          <p:cNvCxnSpPr>
            <a:stCxn id="25"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80" name="直接连接符 79">
            <a:extLst>
              <a:ext uri="{FF2B5EF4-FFF2-40B4-BE49-F238E27FC236}">
                <a16:creationId xmlns:a16="http://schemas.microsoft.com/office/drawing/2014/main" id="{028D3624-D8D9-4963-B1CD-9EB136A70384}"/>
              </a:ext>
            </a:extLst>
          </p:cNvPr>
          <p:cNvCxnSpPr>
            <a:stCxn id="28"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22929437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6" name="Freeform 25">
            <a:extLst>
              <a:ext uri="{FF2B5EF4-FFF2-40B4-BE49-F238E27FC236}">
                <a16:creationId xmlns:a16="http://schemas.microsoft.com/office/drawing/2014/main" id="{38B69EE1-BCFE-4371-B597-971E0649EC0B}"/>
              </a:ext>
            </a:extLst>
          </p:cNvPr>
          <p:cNvSpPr>
            <a:spLocks noChangeArrowheads="1"/>
          </p:cNvSpPr>
          <p:nvPr userDrawn="1"/>
        </p:nvSpPr>
        <p:spPr bwMode="auto">
          <a:xfrm>
            <a:off x="11116689" y="136525"/>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IBM Plex Sans Light" panose="020B0403050203000203" pitchFamily="34" charset="0"/>
              <a:sym typeface="Exo 2 Light" panose="00000400000000000000" pitchFamily="50" charset="0"/>
            </a:endParaRPr>
          </a:p>
        </p:txBody>
      </p:sp>
      <p:sp>
        <p:nvSpPr>
          <p:cNvPr id="7" name="TextBox 26">
            <a:extLst>
              <a:ext uri="{FF2B5EF4-FFF2-40B4-BE49-F238E27FC236}">
                <a16:creationId xmlns:a16="http://schemas.microsoft.com/office/drawing/2014/main" id="{7D80F13B-F800-4F65-9D06-0B1624B47232}"/>
              </a:ext>
            </a:extLst>
          </p:cNvPr>
          <p:cNvSpPr txBox="1"/>
          <p:nvPr userDrawn="1"/>
        </p:nvSpPr>
        <p:spPr>
          <a:xfrm>
            <a:off x="7853725" y="217993"/>
            <a:ext cx="3257623" cy="469359"/>
          </a:xfrm>
          <a:prstGeom prst="rect">
            <a:avLst/>
          </a:prstGeom>
          <a:noFill/>
        </p:spPr>
        <p:txBody>
          <a:bodyPr wrap="none" rtlCol="0">
            <a:spAutoFit/>
          </a:bodyPr>
          <a:lstStyle/>
          <a:p>
            <a:pPr algn="r"/>
            <a:r>
              <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rPr>
              <a:t>PPP</a:t>
            </a:r>
            <a:endParaRPr 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endParaRPr>
          </a:p>
          <a:p>
            <a:pPr algn="r"/>
            <a:r>
              <a:rPr lang="en-US"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rPr>
              <a:t>P</a:t>
            </a:r>
            <a:r>
              <a:rPr lang="en-US" altLang="zh-CN"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rPr>
              <a:t>oint to point protocol</a:t>
            </a:r>
            <a:endParaRPr lang="en-US"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endParaRPr>
          </a:p>
        </p:txBody>
      </p:sp>
      <p:sp>
        <p:nvSpPr>
          <p:cNvPr id="11" name="椭圆 10">
            <a:extLst>
              <a:ext uri="{FF2B5EF4-FFF2-40B4-BE49-F238E27FC236}">
                <a16:creationId xmlns:a16="http://schemas.microsoft.com/office/drawing/2014/main" id="{1E70C58A-5A85-4832-B6D7-16830C470707}"/>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DC82F87F-1BF8-46C1-A5E3-DA3CF824850F}"/>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614CD21A-C39D-4795-83CD-774FD349585D}"/>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EB2837F6-1D7D-46DA-8111-809E9C8B0A67}"/>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01AB2BC1-E267-4710-B496-D53DA744DE3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6E02D594-6540-4CD5-9CDE-9001117B20E9}"/>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D7450177-3DC4-4063-9A91-85BDBC7A780E}"/>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CB691F92-4285-438C-8B71-569CDBA913BC}"/>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07D649CF-34AF-43C0-80EE-504F388BEB1A}"/>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6C3BC982-0A71-4DAD-AC1C-2DEA049913C3}"/>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177E03B8-1E2B-4537-A018-26391B9575C4}"/>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1592E938-A3ED-44EC-93E9-1785BE2E4EDD}"/>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CDCEBC96-4EF5-41F1-9446-466FFB5DC9CD}"/>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B0785AE5-CD30-41AA-ACB0-765EB9154018}"/>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4F9C78BD-7254-43D0-B63D-81A0C10A2BC2}"/>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200D9AED-3611-4A19-A09B-53C3B2A2818F}"/>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A6F858B9-2052-4F86-BC88-E78AD36ED096}"/>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6BCFA25F-2B9D-4F6E-B38B-19F53F45D1CF}"/>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a:extLst>
              <a:ext uri="{FF2B5EF4-FFF2-40B4-BE49-F238E27FC236}">
                <a16:creationId xmlns:a16="http://schemas.microsoft.com/office/drawing/2014/main" id="{EF57988D-049C-4D78-A536-99EC4D0BAB04}"/>
              </a:ext>
            </a:extLst>
          </p:cNvPr>
          <p:cNvCxnSpPr>
            <a:stCxn id="11" idx="6"/>
            <a:endCxn id="28"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F3D42FA-2034-4BBA-AFD3-B3C0A5A65D39}"/>
              </a:ext>
            </a:extLst>
          </p:cNvPr>
          <p:cNvCxnSpPr>
            <a:stCxn id="11" idx="2"/>
            <a:endCxn id="12"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0B24ED17-C590-4CB2-B1A4-6D7EC6DCA772}"/>
              </a:ext>
            </a:extLst>
          </p:cNvPr>
          <p:cNvCxnSpPr>
            <a:cxnSpLocks/>
            <a:stCxn id="22" idx="3"/>
            <a:endCxn id="11"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99834F15-9349-468B-B5E5-8659E935A5A2}"/>
              </a:ext>
            </a:extLst>
          </p:cNvPr>
          <p:cNvCxnSpPr>
            <a:stCxn id="19" idx="5"/>
            <a:endCxn id="17"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A336D1BB-3A65-4649-9B52-09502722C357}"/>
              </a:ext>
            </a:extLst>
          </p:cNvPr>
          <p:cNvCxnSpPr>
            <a:stCxn id="17" idx="3"/>
            <a:endCxn id="18"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830AE0D1-FDFD-46A6-829E-66306B877083}"/>
              </a:ext>
            </a:extLst>
          </p:cNvPr>
          <p:cNvCxnSpPr>
            <a:stCxn id="20" idx="4"/>
            <a:endCxn id="17"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6AA5C445-D90A-4189-A07F-D15BA880046F}"/>
              </a:ext>
            </a:extLst>
          </p:cNvPr>
          <p:cNvCxnSpPr>
            <a:stCxn id="23" idx="4"/>
            <a:endCxn id="12"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0F8A100-95DF-45C4-A02E-0C8C46B4314C}"/>
              </a:ext>
            </a:extLst>
          </p:cNvPr>
          <p:cNvCxnSpPr>
            <a:stCxn id="26" idx="6"/>
            <a:endCxn id="27"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DDDB52B-FF38-4869-8A0D-494CE5550BDB}"/>
              </a:ext>
            </a:extLst>
          </p:cNvPr>
          <p:cNvCxnSpPr>
            <a:stCxn id="16" idx="7"/>
            <a:endCxn id="15"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F63548ED-507F-4F3D-836C-81039DF3B1E7}"/>
              </a:ext>
            </a:extLst>
          </p:cNvPr>
          <p:cNvCxnSpPr>
            <a:stCxn id="17" idx="6"/>
            <a:endCxn id="16"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719E4C08-CB97-4EC4-A528-10913EA80E69}"/>
              </a:ext>
            </a:extLst>
          </p:cNvPr>
          <p:cNvCxnSpPr>
            <a:stCxn id="23" idx="6"/>
            <a:endCxn id="11"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1511854-D175-4227-8D60-EBAF0717F6DD}"/>
              </a:ext>
            </a:extLst>
          </p:cNvPr>
          <p:cNvCxnSpPr>
            <a:stCxn id="23" idx="3"/>
            <a:endCxn id="21"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76E4B19-9F97-4F83-AA6D-5A8CBE468573}"/>
              </a:ext>
            </a:extLst>
          </p:cNvPr>
          <p:cNvCxnSpPr>
            <a:stCxn id="13" idx="3"/>
            <a:endCxn id="14"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57A9D0DD-9F1B-4A1A-B7F1-B6E664603E79}"/>
              </a:ext>
            </a:extLst>
          </p:cNvPr>
          <p:cNvCxnSpPr>
            <a:stCxn id="15" idx="4"/>
            <a:endCxn id="14"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C284FBF-DF36-40EF-86F6-16AC04A270E2}"/>
              </a:ext>
            </a:extLst>
          </p:cNvPr>
          <p:cNvCxnSpPr>
            <a:stCxn id="16" idx="5"/>
            <a:endCxn id="14"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1383EE05-8E61-4A85-A91D-D1417FCC1D5F}"/>
              </a:ext>
            </a:extLst>
          </p:cNvPr>
          <p:cNvCxnSpPr>
            <a:stCxn id="20" idx="6"/>
            <a:endCxn id="16"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8A049FF-C96C-460A-B2CD-FFC3F6D73658}"/>
              </a:ext>
            </a:extLst>
          </p:cNvPr>
          <p:cNvCxnSpPr>
            <a:stCxn id="24" idx="2"/>
            <a:endCxn id="20"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706D5248-8E0C-47C8-A71F-38D641918AF8}"/>
              </a:ext>
            </a:extLst>
          </p:cNvPr>
          <p:cNvCxnSpPr>
            <a:stCxn id="23" idx="2"/>
            <a:endCxn id="27"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ADAE38AF-A576-42C8-8850-5F9F0F06D3FA}"/>
              </a:ext>
            </a:extLst>
          </p:cNvPr>
          <p:cNvCxnSpPr>
            <a:cxnSpLocks/>
            <a:stCxn id="22" idx="2"/>
            <a:endCxn id="23"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6B8FE99F-F5FC-4420-B37A-75F109AE28D7}"/>
              </a:ext>
            </a:extLst>
          </p:cNvPr>
          <p:cNvCxnSpPr>
            <a:stCxn id="27" idx="5"/>
            <a:endCxn id="21"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5EA1E4D-310E-4749-B60D-9B05C967D9B0}"/>
              </a:ext>
            </a:extLst>
          </p:cNvPr>
          <p:cNvCxnSpPr>
            <a:stCxn id="24" idx="5"/>
            <a:endCxn id="16"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F1EBD42-7758-4DD4-B8E1-8C41CBFEDC0F}"/>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DB5DFAE-307D-4F16-BF3B-C5F160B3D503}"/>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18921FA-0CC5-4DF5-B3EC-CB661C7EB6BB}"/>
              </a:ext>
            </a:extLst>
          </p:cNvPr>
          <p:cNvCxnSpPr>
            <a:stCxn id="13" idx="6"/>
            <a:endCxn id="27"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95C4407-68F4-456A-A554-50261B51366A}"/>
              </a:ext>
            </a:extLst>
          </p:cNvPr>
          <p:cNvCxnSpPr>
            <a:stCxn id="13" idx="0"/>
            <a:endCxn id="26"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92379BE-F813-4A7D-8340-42365B6A55DA}"/>
              </a:ext>
            </a:extLst>
          </p:cNvPr>
          <p:cNvCxnSpPr>
            <a:stCxn id="13" idx="1"/>
            <a:endCxn id="15"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C25CA83-739A-45BB-9832-DEE30BADFDB4}"/>
              </a:ext>
            </a:extLst>
          </p:cNvPr>
          <p:cNvCxnSpPr>
            <a:endCxn id="15"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3E807B79-5434-4949-8936-50FCA93E0E43}"/>
              </a:ext>
            </a:extLst>
          </p:cNvPr>
          <p:cNvCxnSpPr>
            <a:stCxn id="26"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728192E-902E-423E-B8CF-43B2D5A20881}"/>
              </a:ext>
            </a:extLst>
          </p:cNvPr>
          <p:cNvCxnSpPr>
            <a:cxnSpLocks/>
            <a:endCxn id="26"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6CB4E7A-44DB-4A64-93F2-BB06DBC99A07}"/>
              </a:ext>
            </a:extLst>
          </p:cNvPr>
          <p:cNvCxnSpPr>
            <a:stCxn id="19" idx="7"/>
            <a:endCxn id="20"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EDBE1156-FDC8-4DE2-B587-33F0C37EFB69}"/>
              </a:ext>
            </a:extLst>
          </p:cNvPr>
          <p:cNvCxnSpPr>
            <a:stCxn id="19" idx="0"/>
            <a:endCxn id="25"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F0E83090-2481-476D-ACEF-A67D7B5914B7}"/>
              </a:ext>
            </a:extLst>
          </p:cNvPr>
          <p:cNvCxnSpPr>
            <a:stCxn id="20" idx="1"/>
            <a:endCxn id="25"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B1DAAC1-BA9B-409D-970B-A5D12C8596EA}"/>
              </a:ext>
            </a:extLst>
          </p:cNvPr>
          <p:cNvCxnSpPr>
            <a:cxnSpLocks/>
            <a:stCxn id="16"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7500C3F-46B3-4B5C-9EC2-A1949BC93DC9}"/>
              </a:ext>
            </a:extLst>
          </p:cNvPr>
          <p:cNvCxnSpPr>
            <a:cxnSpLocks/>
            <a:stCxn id="24"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88F8415-9756-402F-BE52-8D940D473116}"/>
              </a:ext>
            </a:extLst>
          </p:cNvPr>
          <p:cNvCxnSpPr>
            <a:stCxn id="18" idx="0"/>
            <a:endCxn id="19"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20BA3FF9-1E96-463A-BBE8-7EC376F780F2}"/>
              </a:ext>
            </a:extLst>
          </p:cNvPr>
          <p:cNvCxnSpPr>
            <a:cxnSpLocks/>
            <a:stCxn id="18"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5853B213-278D-402D-B8CB-B123C2391C51}"/>
              </a:ext>
            </a:extLst>
          </p:cNvPr>
          <p:cNvCxnSpPr>
            <a:endCxn id="27"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7998B8E8-1748-4FD0-8836-FD7CD490892E}"/>
              </a:ext>
            </a:extLst>
          </p:cNvPr>
          <p:cNvCxnSpPr>
            <a:stCxn id="12" idx="3"/>
            <a:endCxn id="21"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EDA45374-C937-4FE7-A5B2-17A39F48B82B}"/>
              </a:ext>
            </a:extLst>
          </p:cNvPr>
          <p:cNvCxnSpPr>
            <a:cxnSpLocks/>
            <a:endCxn id="28"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B6B7628-4AF9-4E43-B218-328CB255493B}"/>
              </a:ext>
            </a:extLst>
          </p:cNvPr>
          <p:cNvCxnSpPr>
            <a:cxnSpLocks/>
            <a:stCxn id="23"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72" name="直接连接符 71">
            <a:extLst>
              <a:ext uri="{FF2B5EF4-FFF2-40B4-BE49-F238E27FC236}">
                <a16:creationId xmlns:a16="http://schemas.microsoft.com/office/drawing/2014/main" id="{14CAEE0F-D202-4D7A-AAC0-A5409DD85BF2}"/>
              </a:ext>
            </a:extLst>
          </p:cNvPr>
          <p:cNvCxnSpPr>
            <a:stCxn id="25"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80" name="直接连接符 79">
            <a:extLst>
              <a:ext uri="{FF2B5EF4-FFF2-40B4-BE49-F238E27FC236}">
                <a16:creationId xmlns:a16="http://schemas.microsoft.com/office/drawing/2014/main" id="{028D3624-D8D9-4963-B1CD-9EB136A70384}"/>
              </a:ext>
            </a:extLst>
          </p:cNvPr>
          <p:cNvCxnSpPr>
            <a:stCxn id="28"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sp>
        <p:nvSpPr>
          <p:cNvPr id="68" name="文本框 67">
            <a:extLst>
              <a:ext uri="{FF2B5EF4-FFF2-40B4-BE49-F238E27FC236}">
                <a16:creationId xmlns:a16="http://schemas.microsoft.com/office/drawing/2014/main" id="{751070A0-4D10-43F6-A7AE-543DAD860A83}"/>
              </a:ext>
            </a:extLst>
          </p:cNvPr>
          <p:cNvSpPr txBox="1"/>
          <p:nvPr userDrawn="1"/>
        </p:nvSpPr>
        <p:spPr>
          <a:xfrm>
            <a:off x="81721" y="6356350"/>
            <a:ext cx="11880176" cy="276999"/>
          </a:xfrm>
          <a:prstGeom prst="rect">
            <a:avLst/>
          </a:prstGeom>
          <a:noFill/>
        </p:spPr>
        <p:txBody>
          <a:bodyPr wrap="none" rtlCol="0">
            <a:spAutoFit/>
          </a:bodyPr>
          <a:lstStyle/>
          <a:p>
            <a:pPr algn="r"/>
            <a:r>
              <a:rPr lang="zh-CN" altLang="en-US" sz="1200" dirty="0">
                <a:solidFill>
                  <a:schemeClr val="tx1"/>
                </a:solidFill>
                <a:latin typeface="微软雅黑 Light" panose="020B0502040204020203" pitchFamily="34" charset="-122"/>
                <a:ea typeface="微软雅黑 Light" panose="020B0502040204020203" pitchFamily="34" charset="-122"/>
              </a:rPr>
              <a:t>协议解读</a:t>
            </a:r>
            <a:r>
              <a:rPr lang="en-US" altLang="zh-CN" sz="1200" dirty="0">
                <a:solidFill>
                  <a:schemeClr val="tx1"/>
                </a:solidFill>
                <a:latin typeface="微软雅黑 Light" panose="020B0502040204020203" pitchFamily="34" charset="-122"/>
                <a:ea typeface="微软雅黑 Light" panose="020B0502040204020203" pitchFamily="34" charset="-122"/>
              </a:rPr>
              <a:t>----------------------------------------------------------------------------------------------------------------------------------------------------------------RFC 1661</a:t>
            </a:r>
            <a:endParaRPr lang="zh-CN" altLang="en-US" sz="1200" dirty="0">
              <a:solidFill>
                <a:schemeClr val="tx1"/>
              </a:solidFill>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4150973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AC4A25A8-D937-4A9C-A9E7-E781EB57272A}"/>
              </a:ext>
            </a:extLst>
          </p:cNvPr>
          <p:cNvGrpSpPr/>
          <p:nvPr userDrawn="1"/>
        </p:nvGrpSpPr>
        <p:grpSpPr>
          <a:xfrm>
            <a:off x="0" y="-36940"/>
            <a:ext cx="7405238" cy="941457"/>
            <a:chOff x="0" y="-36940"/>
            <a:chExt cx="7405238" cy="941457"/>
          </a:xfrm>
        </p:grpSpPr>
        <p:sp>
          <p:nvSpPr>
            <p:cNvPr id="7" name="椭圆 6">
              <a:extLst>
                <a:ext uri="{FF2B5EF4-FFF2-40B4-BE49-F238E27FC236}">
                  <a16:creationId xmlns:a16="http://schemas.microsoft.com/office/drawing/2014/main" id="{87E843EA-B9D4-4CC7-894B-1AF3526991E8}"/>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8FE187DC-AA22-4412-A357-447B5FF85FB6}"/>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8D224968-FDA2-41E8-815B-474DB0710BAF}"/>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B74003B7-80B8-468E-8014-D13D4923C1E3}"/>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487D9F95-28A5-4A3E-BE9B-6AABE21AB851}"/>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D37B94F6-D4B0-4F83-B9AB-D9A39DDE5A90}"/>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6E44C19E-416E-4BB1-8A1D-A5972A9602E1}"/>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86E3D9EC-5D34-4F96-9DA8-E534722CC6ED}"/>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219D858E-F013-435E-A2CC-644DC7A1745D}"/>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520004C-342F-4C1B-AAF7-5C576F69129F}"/>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00AA4F56-0C64-4012-A4E1-79AC26A2D796}"/>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E16C959F-AF22-42AA-9C28-0A9E4E2269F8}"/>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2D7B007B-65A9-4F48-97E0-3B27BBCCFABF}"/>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575CDA65-048C-4CF0-B4CF-B01A9C6BD147}"/>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A727F5ED-57A5-4264-8541-450DA187CEF3}"/>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90224AE9-1EDD-463E-BCBB-BC2C54836A65}"/>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A2F849E5-91D1-4E4D-821B-6E302C94EFBD}"/>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0112C4FC-4433-4C44-A185-0C1A1DF96133}"/>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a:extLst>
                <a:ext uri="{FF2B5EF4-FFF2-40B4-BE49-F238E27FC236}">
                  <a16:creationId xmlns:a16="http://schemas.microsoft.com/office/drawing/2014/main" id="{8778D937-D877-4134-A6CF-3190B6B3714D}"/>
                </a:ext>
              </a:extLst>
            </p:cNvPr>
            <p:cNvCxnSpPr>
              <a:stCxn id="7" idx="6"/>
              <a:endCxn id="24"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E7312334-009D-405D-A0D5-2A900BAA9541}"/>
                </a:ext>
              </a:extLst>
            </p:cNvPr>
            <p:cNvCxnSpPr>
              <a:stCxn id="7" idx="2"/>
              <a:endCxn id="8"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4FDD01F8-C550-4825-8B71-64A9D8D21B76}"/>
                </a:ext>
              </a:extLst>
            </p:cNvPr>
            <p:cNvCxnSpPr>
              <a:cxnSpLocks/>
              <a:stCxn id="18" idx="2"/>
              <a:endCxn id="7" idx="0"/>
            </p:cNvCxnSpPr>
            <p:nvPr/>
          </p:nvCxnSpPr>
          <p:spPr>
            <a:xfrm flipH="1">
              <a:off x="6152976" y="1520"/>
              <a:ext cx="601050" cy="5343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AEE1E364-2D62-4862-B35E-424CC82894A9}"/>
                </a:ext>
              </a:extLst>
            </p:cNvPr>
            <p:cNvCxnSpPr>
              <a:stCxn id="15" idx="5"/>
              <a:endCxn id="13"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D5B8B15B-7B95-4E27-BF6B-DF72FBD11E96}"/>
                </a:ext>
              </a:extLst>
            </p:cNvPr>
            <p:cNvCxnSpPr>
              <a:stCxn id="13" idx="3"/>
              <a:endCxn id="14"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F5A592B3-301E-4EFE-89C2-9717E2A072CB}"/>
                </a:ext>
              </a:extLst>
            </p:cNvPr>
            <p:cNvCxnSpPr>
              <a:stCxn id="16" idx="4"/>
              <a:endCxn id="13"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DB71B93D-DE8A-4577-8F32-FEDA4B5618F6}"/>
                </a:ext>
              </a:extLst>
            </p:cNvPr>
            <p:cNvCxnSpPr>
              <a:stCxn id="19" idx="4"/>
              <a:endCxn id="8"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D2BA3EBD-D91E-425D-A7D1-AB720DDECC52}"/>
                </a:ext>
              </a:extLst>
            </p:cNvPr>
            <p:cNvCxnSpPr>
              <a:stCxn id="22" idx="6"/>
              <a:endCxn id="23"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335F4F09-68B4-4009-976B-61F401513220}"/>
                </a:ext>
              </a:extLst>
            </p:cNvPr>
            <p:cNvCxnSpPr>
              <a:stCxn id="12" idx="7"/>
              <a:endCxn id="11"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1B9864BC-D0DC-4673-9AA9-3741895EF6DE}"/>
                </a:ext>
              </a:extLst>
            </p:cNvPr>
            <p:cNvCxnSpPr>
              <a:stCxn id="13" idx="6"/>
              <a:endCxn id="12"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2E8EC60F-BFE5-46A5-979D-D2DA25B540C1}"/>
                </a:ext>
              </a:extLst>
            </p:cNvPr>
            <p:cNvCxnSpPr>
              <a:stCxn id="19" idx="6"/>
              <a:endCxn id="7"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D59DD398-4D25-4AA7-BD13-0A67827BFD70}"/>
                </a:ext>
              </a:extLst>
            </p:cNvPr>
            <p:cNvCxnSpPr>
              <a:stCxn id="19" idx="3"/>
              <a:endCxn id="17"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020FE70A-36B6-4C5A-8A8E-F6BEE47455C3}"/>
                </a:ext>
              </a:extLst>
            </p:cNvPr>
            <p:cNvCxnSpPr>
              <a:stCxn id="9" idx="3"/>
              <a:endCxn id="10"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82ABA945-9A41-409D-B943-4EBC2B3051B1}"/>
                </a:ext>
              </a:extLst>
            </p:cNvPr>
            <p:cNvCxnSpPr>
              <a:stCxn id="11" idx="4"/>
              <a:endCxn id="10"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7413B39C-C375-4EC2-BC20-6D2A05A8B431}"/>
                </a:ext>
              </a:extLst>
            </p:cNvPr>
            <p:cNvCxnSpPr>
              <a:stCxn id="12" idx="5"/>
              <a:endCxn id="10"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07DE512A-1727-4E40-A19D-86EC29F68311}"/>
                </a:ext>
              </a:extLst>
            </p:cNvPr>
            <p:cNvCxnSpPr>
              <a:stCxn id="16" idx="6"/>
              <a:endCxn id="12"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26EA8419-1718-4CA5-B537-C0D70C83EB5B}"/>
                </a:ext>
              </a:extLst>
            </p:cNvPr>
            <p:cNvCxnSpPr>
              <a:stCxn id="20" idx="2"/>
              <a:endCxn id="16"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46C6446A-96D3-4F32-BD5B-56CEF8066640}"/>
                </a:ext>
              </a:extLst>
            </p:cNvPr>
            <p:cNvCxnSpPr>
              <a:stCxn id="19" idx="2"/>
              <a:endCxn id="23"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1B0849D-E8C5-4DB7-9105-B72FBEC32F93}"/>
                </a:ext>
              </a:extLst>
            </p:cNvPr>
            <p:cNvCxnSpPr>
              <a:cxnSpLocks/>
              <a:stCxn id="18" idx="2"/>
              <a:endCxn id="19"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96904117-FCE0-456C-8744-19F355FC98D2}"/>
                </a:ext>
              </a:extLst>
            </p:cNvPr>
            <p:cNvCxnSpPr>
              <a:stCxn id="23" idx="5"/>
              <a:endCxn id="17"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67426B07-6664-494E-80CC-69004C8784A4}"/>
                </a:ext>
              </a:extLst>
            </p:cNvPr>
            <p:cNvCxnSpPr>
              <a:stCxn id="20" idx="5"/>
              <a:endCxn id="12"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639A80E7-4BB1-4346-999A-13936996E32B}"/>
                </a:ext>
              </a:extLst>
            </p:cNvPr>
            <p:cNvCxnSpPr/>
            <p:nvPr/>
          </p:nvCxnSpPr>
          <p:spPr>
            <a:xfrm rot="10800000" flipH="1" flipV="1">
              <a:off x="2964771" y="49207"/>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DD4E3C6B-BADC-4279-9A40-EF5CB33CABD8}"/>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FECE9EFA-96A5-4329-943D-C026B280495B}"/>
                </a:ext>
              </a:extLst>
            </p:cNvPr>
            <p:cNvCxnSpPr>
              <a:stCxn id="9" idx="6"/>
              <a:endCxn id="23"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18700599-42D5-46AC-9283-D8231F59D93E}"/>
                </a:ext>
              </a:extLst>
            </p:cNvPr>
            <p:cNvCxnSpPr>
              <a:stCxn id="9" idx="0"/>
              <a:endCxn id="22"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A297D85B-92B8-4E39-A99C-BAE03D4B46B4}"/>
                </a:ext>
              </a:extLst>
            </p:cNvPr>
            <p:cNvCxnSpPr>
              <a:stCxn id="9" idx="1"/>
              <a:endCxn id="11"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53C52AF7-344C-4D85-96EC-5D63D12BBE2E}"/>
                </a:ext>
              </a:extLst>
            </p:cNvPr>
            <p:cNvCxnSpPr>
              <a:endCxn id="11"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B9CE3C9-31F0-4BF6-8925-8795259DA78B}"/>
                </a:ext>
              </a:extLst>
            </p:cNvPr>
            <p:cNvCxnSpPr>
              <a:stCxn id="22"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8487DBFB-16C1-4D84-A678-38A70E94DE9E}"/>
                </a:ext>
              </a:extLst>
            </p:cNvPr>
            <p:cNvCxnSpPr>
              <a:endCxn id="22" idx="0"/>
            </p:cNvCxnSpPr>
            <p:nvPr/>
          </p:nvCxnSpPr>
          <p:spPr>
            <a:xfrm rot="10800000" flipH="1" flipV="1">
              <a:off x="3702581" y="14452"/>
              <a:ext cx="173664" cy="2701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375B6F61-E79A-4E30-BC9F-A0FC640B0CED}"/>
                </a:ext>
              </a:extLst>
            </p:cNvPr>
            <p:cNvCxnSpPr>
              <a:stCxn id="15" idx="7"/>
              <a:endCxn id="16"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E8B8D13B-4F87-45C4-B4CF-54AD8C59722B}"/>
                </a:ext>
              </a:extLst>
            </p:cNvPr>
            <p:cNvCxnSpPr>
              <a:stCxn id="15" idx="0"/>
              <a:endCxn id="21"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C3E00E82-02BD-4B00-90B8-E0A8CA1EC8B5}"/>
                </a:ext>
              </a:extLst>
            </p:cNvPr>
            <p:cNvCxnSpPr>
              <a:stCxn id="16" idx="1"/>
              <a:endCxn id="21"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7D3FE4CF-0D9D-4FAD-BB0B-69F0ED0F21EF}"/>
                </a:ext>
              </a:extLst>
            </p:cNvPr>
            <p:cNvCxnSpPr>
              <a:stCxn id="12" idx="0"/>
            </p:cNvCxnSpPr>
            <p:nvPr/>
          </p:nvCxnSpPr>
          <p:spPr>
            <a:xfrm rot="10800000" flipH="1">
              <a:off x="2407584" y="49207"/>
              <a:ext cx="294025" cy="50615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C6D34CF6-D7B9-46EA-9DEC-671DE9912445}"/>
                </a:ext>
              </a:extLst>
            </p:cNvPr>
            <p:cNvCxnSpPr>
              <a:stCxn id="20" idx="0"/>
            </p:cNvCxnSpPr>
            <p:nvPr/>
          </p:nvCxnSpPr>
          <p:spPr>
            <a:xfrm rot="10800000">
              <a:off x="2121002" y="14453"/>
              <a:ext cx="83888" cy="1904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34F8F67D-F2CD-426E-9AB4-77200E0F0CAA}"/>
                </a:ext>
              </a:extLst>
            </p:cNvPr>
            <p:cNvCxnSpPr>
              <a:stCxn id="14" idx="0"/>
              <a:endCxn id="15"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3098F36C-3AF9-4428-A88C-5E842EC43381}"/>
                </a:ext>
              </a:extLst>
            </p:cNvPr>
            <p:cNvCxnSpPr>
              <a:stCxn id="14" idx="1"/>
            </p:cNvCxnSpPr>
            <p:nvPr/>
          </p:nvCxnSpPr>
          <p:spPr>
            <a:xfrm rot="10800000">
              <a:off x="0" y="530866"/>
              <a:ext cx="248130" cy="18595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84160548-1AEB-4DFB-9B91-4CF8C276C24E}"/>
                </a:ext>
              </a:extLst>
            </p:cNvPr>
            <p:cNvCxnSpPr>
              <a:endCxn id="23"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AD628023-3448-419A-83FC-1F92B3AD96D5}"/>
                </a:ext>
              </a:extLst>
            </p:cNvPr>
            <p:cNvCxnSpPr>
              <a:stCxn id="8" idx="3"/>
              <a:endCxn id="17"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7A05F52C-3682-4F06-823A-5FB434A8681A}"/>
                </a:ext>
              </a:extLst>
            </p:cNvPr>
            <p:cNvCxnSpPr>
              <a:cxnSpLocks/>
              <a:endCxn id="24" idx="1"/>
            </p:cNvCxnSpPr>
            <p:nvPr/>
          </p:nvCxnSpPr>
          <p:spPr>
            <a:xfrm rot="10800000" flipH="1" flipV="1">
              <a:off x="7197937" y="14453"/>
              <a:ext cx="99553" cy="20733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64" name="Freeform 25">
            <a:extLst>
              <a:ext uri="{FF2B5EF4-FFF2-40B4-BE49-F238E27FC236}">
                <a16:creationId xmlns:a16="http://schemas.microsoft.com/office/drawing/2014/main" id="{696F43E5-5FF5-473F-8E4E-4BC8F4F3F0F0}"/>
              </a:ext>
            </a:extLst>
          </p:cNvPr>
          <p:cNvSpPr>
            <a:spLocks noChangeArrowheads="1"/>
          </p:cNvSpPr>
          <p:nvPr userDrawn="1"/>
        </p:nvSpPr>
        <p:spPr bwMode="auto">
          <a:xfrm>
            <a:off x="9291315" y="136525"/>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IBM Plex Sans Light" panose="020B0403050203000203" pitchFamily="34" charset="0"/>
              <a:sym typeface="Exo 2 Light" panose="00000400000000000000" pitchFamily="50" charset="0"/>
            </a:endParaRPr>
          </a:p>
        </p:txBody>
      </p:sp>
      <p:sp>
        <p:nvSpPr>
          <p:cNvPr id="65" name="TextBox 26">
            <a:extLst>
              <a:ext uri="{FF2B5EF4-FFF2-40B4-BE49-F238E27FC236}">
                <a16:creationId xmlns:a16="http://schemas.microsoft.com/office/drawing/2014/main" id="{1A913549-CB67-430B-8EAB-B3C091CF0DE5}"/>
              </a:ext>
            </a:extLst>
          </p:cNvPr>
          <p:cNvSpPr txBox="1"/>
          <p:nvPr userDrawn="1"/>
        </p:nvSpPr>
        <p:spPr>
          <a:xfrm>
            <a:off x="10153031" y="214145"/>
            <a:ext cx="2045753" cy="469359"/>
          </a:xfrm>
          <a:prstGeom prst="rect">
            <a:avLst/>
          </a:prstGeom>
          <a:noFill/>
        </p:spPr>
        <p:txBody>
          <a:bodyPr wrap="none" rtlCol="0">
            <a:spAutoFit/>
          </a:bodyPr>
          <a:lstStyle/>
          <a:p>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rPr>
              <a:t>点对点信道</a:t>
            </a:r>
            <a:endParaRPr 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endParaRPr>
          </a:p>
          <a:p>
            <a:r>
              <a:rPr lang="en-US"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rPr>
              <a:t>P</a:t>
            </a:r>
            <a:r>
              <a:rPr lang="en-US" altLang="zh-CN"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rPr>
              <a:t>oint to point</a:t>
            </a:r>
            <a:endParaRPr lang="en-US"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endParaRPr>
          </a:p>
        </p:txBody>
      </p:sp>
    </p:spTree>
    <p:extLst>
      <p:ext uri="{BB962C8B-B14F-4D97-AF65-F5344CB8AC3E}">
        <p14:creationId xmlns:p14="http://schemas.microsoft.com/office/powerpoint/2010/main" val="8181523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9C390FC7-1AE5-44B9-9306-F012C283CC36}"/>
              </a:ext>
            </a:extLst>
          </p:cNvPr>
          <p:cNvSpPr>
            <a:spLocks noGrp="1"/>
          </p:cNvSpPr>
          <p:nvPr>
            <p:ph type="title"/>
          </p:nvPr>
        </p:nvSpPr>
        <p:spPr>
          <a:xfrm>
            <a:off x="238125" y="250826"/>
            <a:ext cx="10515600" cy="501650"/>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7" name="Freeform 25">
            <a:extLst>
              <a:ext uri="{FF2B5EF4-FFF2-40B4-BE49-F238E27FC236}">
                <a16:creationId xmlns:a16="http://schemas.microsoft.com/office/drawing/2014/main" id="{1C0AD213-1F2D-42D1-B18A-C8183AEF6400}"/>
              </a:ext>
            </a:extLst>
          </p:cNvPr>
          <p:cNvSpPr>
            <a:spLocks noChangeArrowheads="1"/>
          </p:cNvSpPr>
          <p:nvPr userDrawn="1"/>
        </p:nvSpPr>
        <p:spPr bwMode="auto">
          <a:xfrm>
            <a:off x="9291315" y="136525"/>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IBM Plex Sans Light" panose="020B0403050203000203" pitchFamily="34" charset="0"/>
              <a:sym typeface="Exo 2 Light" panose="00000400000000000000" pitchFamily="50" charset="0"/>
            </a:endParaRPr>
          </a:p>
        </p:txBody>
      </p:sp>
      <p:sp>
        <p:nvSpPr>
          <p:cNvPr id="8" name="TextBox 26">
            <a:extLst>
              <a:ext uri="{FF2B5EF4-FFF2-40B4-BE49-F238E27FC236}">
                <a16:creationId xmlns:a16="http://schemas.microsoft.com/office/drawing/2014/main" id="{CF71ABEA-1A03-440D-8633-AA0DC6EB4735}"/>
              </a:ext>
            </a:extLst>
          </p:cNvPr>
          <p:cNvSpPr txBox="1"/>
          <p:nvPr userDrawn="1"/>
        </p:nvSpPr>
        <p:spPr>
          <a:xfrm>
            <a:off x="10153031" y="214145"/>
            <a:ext cx="2249334" cy="469359"/>
          </a:xfrm>
          <a:prstGeom prst="rect">
            <a:avLst/>
          </a:prstGeom>
          <a:noFill/>
        </p:spPr>
        <p:txBody>
          <a:bodyPr wrap="none" rtlCol="0">
            <a:spAutoFit/>
          </a:bodyPr>
          <a:lstStyle/>
          <a:p>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rPr>
              <a:t>数据链路层</a:t>
            </a:r>
            <a:endParaRPr 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endParaRPr>
          </a:p>
          <a:p>
            <a:r>
              <a:rPr lang="en-US" altLang="zh-CN"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rPr>
              <a:t>Data Link Layer</a:t>
            </a:r>
            <a:endParaRPr lang="en-US"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endParaRPr>
          </a:p>
        </p:txBody>
      </p:sp>
    </p:spTree>
    <p:extLst>
      <p:ext uri="{BB962C8B-B14F-4D97-AF65-F5344CB8AC3E}">
        <p14:creationId xmlns:p14="http://schemas.microsoft.com/office/powerpoint/2010/main" val="3890948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E5A3EF-E62B-4B2A-9C33-3AC988B1D014}"/>
              </a:ext>
            </a:extLst>
          </p:cNvPr>
          <p:cNvSpPr>
            <a:spLocks noGrp="1"/>
          </p:cNvSpPr>
          <p:nvPr>
            <p:ph type="title"/>
          </p:nvPr>
        </p:nvSpPr>
        <p:spPr>
          <a:xfrm>
            <a:off x="238125" y="250826"/>
            <a:ext cx="10515600" cy="501650"/>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14" name="任意多边形: 形状 13">
            <a:extLst>
              <a:ext uri="{FF2B5EF4-FFF2-40B4-BE49-F238E27FC236}">
                <a16:creationId xmlns:a16="http://schemas.microsoft.com/office/drawing/2014/main" id="{3828AC1B-B948-411E-BE8C-FA3B7FA667BF}"/>
              </a:ext>
            </a:extLst>
          </p:cNvPr>
          <p:cNvSpPr/>
          <p:nvPr userDrawn="1"/>
        </p:nvSpPr>
        <p:spPr>
          <a:xfrm>
            <a:off x="0" y="4840649"/>
            <a:ext cx="12192000" cy="2017351"/>
          </a:xfrm>
          <a:custGeom>
            <a:avLst/>
            <a:gdLst>
              <a:gd name="connsiteX0" fmla="*/ 5441818 w 12192000"/>
              <a:gd name="connsiteY0" fmla="*/ 1027 h 2017351"/>
              <a:gd name="connsiteX1" fmla="*/ 7062868 w 12192000"/>
              <a:gd name="connsiteY1" fmla="*/ 1118073 h 2017351"/>
              <a:gd name="connsiteX2" fmla="*/ 8936549 w 12192000"/>
              <a:gd name="connsiteY2" fmla="*/ 612743 h 2017351"/>
              <a:gd name="connsiteX3" fmla="*/ 10315495 w 12192000"/>
              <a:gd name="connsiteY3" fmla="*/ 805566 h 2017351"/>
              <a:gd name="connsiteX4" fmla="*/ 11483914 w 12192000"/>
              <a:gd name="connsiteY4" fmla="*/ 1027 h 2017351"/>
              <a:gd name="connsiteX5" fmla="*/ 12114834 w 12192000"/>
              <a:gd name="connsiteY5" fmla="*/ 399141 h 2017351"/>
              <a:gd name="connsiteX6" fmla="*/ 12192000 w 12192000"/>
              <a:gd name="connsiteY6" fmla="*/ 476401 h 2017351"/>
              <a:gd name="connsiteX7" fmla="*/ 12192000 w 12192000"/>
              <a:gd name="connsiteY7" fmla="*/ 2017351 h 2017351"/>
              <a:gd name="connsiteX8" fmla="*/ 0 w 12192000"/>
              <a:gd name="connsiteY8" fmla="*/ 2017351 h 2017351"/>
              <a:gd name="connsiteX9" fmla="*/ 0 w 12192000"/>
              <a:gd name="connsiteY9" fmla="*/ 1172625 h 2017351"/>
              <a:gd name="connsiteX10" fmla="*/ 27424 w 12192000"/>
              <a:gd name="connsiteY10" fmla="*/ 1170506 h 2017351"/>
              <a:gd name="connsiteX11" fmla="*/ 547088 w 12192000"/>
              <a:gd name="connsiteY11" fmla="*/ 1051582 h 2017351"/>
              <a:gd name="connsiteX12" fmla="*/ 1326035 w 12192000"/>
              <a:gd name="connsiteY12" fmla="*/ 160605 h 2017351"/>
              <a:gd name="connsiteX13" fmla="*/ 2168139 w 12192000"/>
              <a:gd name="connsiteY13" fmla="*/ 1058232 h 2017351"/>
              <a:gd name="connsiteX14" fmla="*/ 3231296 w 12192000"/>
              <a:gd name="connsiteY14" fmla="*/ 645988 h 2017351"/>
              <a:gd name="connsiteX15" fmla="*/ 4410241 w 12192000"/>
              <a:gd name="connsiteY15" fmla="*/ 911952 h 2017351"/>
              <a:gd name="connsiteX16" fmla="*/ 5441818 w 12192000"/>
              <a:gd name="connsiteY16" fmla="*/ 1027 h 2017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92000" h="2017351">
                <a:moveTo>
                  <a:pt x="5441818" y="1027"/>
                </a:moveTo>
                <a:cubicBezTo>
                  <a:pt x="5883923" y="35381"/>
                  <a:pt x="6480413" y="1016121"/>
                  <a:pt x="7062868" y="1118073"/>
                </a:cubicBezTo>
                <a:cubicBezTo>
                  <a:pt x="7645322" y="1220026"/>
                  <a:pt x="8394445" y="664827"/>
                  <a:pt x="8936549" y="612743"/>
                </a:cubicBezTo>
                <a:cubicBezTo>
                  <a:pt x="9478653" y="560659"/>
                  <a:pt x="9890934" y="907519"/>
                  <a:pt x="10315495" y="805566"/>
                </a:cubicBezTo>
                <a:cubicBezTo>
                  <a:pt x="10740056" y="703614"/>
                  <a:pt x="11094440" y="-16704"/>
                  <a:pt x="11483914" y="1027"/>
                </a:cubicBezTo>
                <a:cubicBezTo>
                  <a:pt x="11678650" y="9893"/>
                  <a:pt x="11904527" y="194959"/>
                  <a:pt x="12114834" y="399141"/>
                </a:cubicBezTo>
                <a:lnTo>
                  <a:pt x="12192000" y="476401"/>
                </a:lnTo>
                <a:lnTo>
                  <a:pt x="12192000" y="2017351"/>
                </a:lnTo>
                <a:lnTo>
                  <a:pt x="0" y="2017351"/>
                </a:lnTo>
                <a:lnTo>
                  <a:pt x="0" y="1172625"/>
                </a:lnTo>
                <a:lnTo>
                  <a:pt x="27424" y="1170506"/>
                </a:lnTo>
                <a:cubicBezTo>
                  <a:pt x="224885" y="1152721"/>
                  <a:pt x="414852" y="1123891"/>
                  <a:pt x="547088" y="1051582"/>
                </a:cubicBezTo>
                <a:cubicBezTo>
                  <a:pt x="899720" y="858759"/>
                  <a:pt x="1055860" y="159497"/>
                  <a:pt x="1326035" y="160605"/>
                </a:cubicBezTo>
                <a:cubicBezTo>
                  <a:pt x="1596211" y="161713"/>
                  <a:pt x="1850596" y="977334"/>
                  <a:pt x="2168139" y="1058232"/>
                </a:cubicBezTo>
                <a:cubicBezTo>
                  <a:pt x="2485682" y="1139129"/>
                  <a:pt x="2857612" y="670368"/>
                  <a:pt x="3231296" y="645988"/>
                </a:cubicBezTo>
                <a:cubicBezTo>
                  <a:pt x="3604980" y="621608"/>
                  <a:pt x="4041821" y="1019445"/>
                  <a:pt x="4410241" y="911952"/>
                </a:cubicBezTo>
                <a:cubicBezTo>
                  <a:pt x="4778662" y="804458"/>
                  <a:pt x="4999713" y="-33327"/>
                  <a:pt x="5441818" y="1027"/>
                </a:cubicBezTo>
                <a:close/>
              </a:path>
            </a:pathLst>
          </a:custGeom>
          <a:gradFill>
            <a:gsLst>
              <a:gs pos="0">
                <a:schemeClr val="accent1">
                  <a:alpha val="58000"/>
                </a:schemeClr>
              </a:gs>
              <a:gs pos="54900">
                <a:schemeClr val="accent1">
                  <a:alpha val="42000"/>
                </a:schemeClr>
              </a:gs>
              <a:gs pos="100000">
                <a:schemeClr val="accent1">
                  <a:alpha val="21000"/>
                </a:schemeClr>
              </a:gs>
            </a:gsLst>
            <a:lin ang="5400000" scaled="1"/>
          </a:gra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6" name="任意多边形: 形状 15">
            <a:extLst>
              <a:ext uri="{FF2B5EF4-FFF2-40B4-BE49-F238E27FC236}">
                <a16:creationId xmlns:a16="http://schemas.microsoft.com/office/drawing/2014/main" id="{81E32C3B-16D0-40A4-9D5B-96023AF06EEF}"/>
              </a:ext>
            </a:extLst>
          </p:cNvPr>
          <p:cNvSpPr/>
          <p:nvPr userDrawn="1"/>
        </p:nvSpPr>
        <p:spPr>
          <a:xfrm>
            <a:off x="0" y="5065916"/>
            <a:ext cx="12192000" cy="1792084"/>
          </a:xfrm>
          <a:custGeom>
            <a:avLst/>
            <a:gdLst>
              <a:gd name="connsiteX0" fmla="*/ 6997700 w 12192000"/>
              <a:gd name="connsiteY0" fmla="*/ 976 h 1792084"/>
              <a:gd name="connsiteX1" fmla="*/ 8432800 w 12192000"/>
              <a:gd name="connsiteY1" fmla="*/ 896756 h 1792084"/>
              <a:gd name="connsiteX2" fmla="*/ 9626600 w 12192000"/>
              <a:gd name="connsiteY2" fmla="*/ 699684 h 1792084"/>
              <a:gd name="connsiteX3" fmla="*/ 10274300 w 12192000"/>
              <a:gd name="connsiteY3" fmla="*/ 448866 h 1792084"/>
              <a:gd name="connsiteX4" fmla="*/ 11480800 w 12192000"/>
              <a:gd name="connsiteY4" fmla="*/ 762389 h 1792084"/>
              <a:gd name="connsiteX5" fmla="*/ 12150725 w 12192000"/>
              <a:gd name="connsiteY5" fmla="*/ 625223 h 1792084"/>
              <a:gd name="connsiteX6" fmla="*/ 12192000 w 12192000"/>
              <a:gd name="connsiteY6" fmla="*/ 612840 h 1792084"/>
              <a:gd name="connsiteX7" fmla="*/ 12192000 w 12192000"/>
              <a:gd name="connsiteY7" fmla="*/ 1792084 h 1792084"/>
              <a:gd name="connsiteX8" fmla="*/ 0 w 12192000"/>
              <a:gd name="connsiteY8" fmla="*/ 1792084 h 1792084"/>
              <a:gd name="connsiteX9" fmla="*/ 0 w 12192000"/>
              <a:gd name="connsiteY9" fmla="*/ 853353 h 1792084"/>
              <a:gd name="connsiteX10" fmla="*/ 355600 w 12192000"/>
              <a:gd name="connsiteY10" fmla="*/ 813896 h 1792084"/>
              <a:gd name="connsiteX11" fmla="*/ 1143000 w 12192000"/>
              <a:gd name="connsiteY11" fmla="*/ 717600 h 1792084"/>
              <a:gd name="connsiteX12" fmla="*/ 2095500 w 12192000"/>
              <a:gd name="connsiteY12" fmla="*/ 413035 h 1792084"/>
              <a:gd name="connsiteX13" fmla="*/ 3162300 w 12192000"/>
              <a:gd name="connsiteY13" fmla="*/ 780304 h 1792084"/>
              <a:gd name="connsiteX14" fmla="*/ 4432300 w 12192000"/>
              <a:gd name="connsiteY14" fmla="*/ 493655 h 1792084"/>
              <a:gd name="connsiteX15" fmla="*/ 6337300 w 12192000"/>
              <a:gd name="connsiteY15" fmla="*/ 717600 h 1792084"/>
              <a:gd name="connsiteX16" fmla="*/ 6997700 w 12192000"/>
              <a:gd name="connsiteY16" fmla="*/ 976 h 1792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92000" h="1792084">
                <a:moveTo>
                  <a:pt x="6997700" y="976"/>
                </a:moveTo>
                <a:cubicBezTo>
                  <a:pt x="7346950" y="30836"/>
                  <a:pt x="7994650" y="780304"/>
                  <a:pt x="8432800" y="896756"/>
                </a:cubicBezTo>
                <a:cubicBezTo>
                  <a:pt x="8870950" y="1013207"/>
                  <a:pt x="9319683" y="774332"/>
                  <a:pt x="9626600" y="699684"/>
                </a:cubicBezTo>
                <a:cubicBezTo>
                  <a:pt x="9933517" y="625036"/>
                  <a:pt x="9965267" y="438415"/>
                  <a:pt x="10274300" y="448866"/>
                </a:cubicBezTo>
                <a:cubicBezTo>
                  <a:pt x="10583333" y="459317"/>
                  <a:pt x="11078633" y="748952"/>
                  <a:pt x="11480800" y="762389"/>
                </a:cubicBezTo>
                <a:cubicBezTo>
                  <a:pt x="11681884" y="769107"/>
                  <a:pt x="11927417" y="693712"/>
                  <a:pt x="12150725" y="625223"/>
                </a:cubicBezTo>
                <a:lnTo>
                  <a:pt x="12192000" y="612840"/>
                </a:lnTo>
                <a:lnTo>
                  <a:pt x="12192000" y="1792084"/>
                </a:lnTo>
                <a:lnTo>
                  <a:pt x="0" y="1792084"/>
                </a:lnTo>
                <a:lnTo>
                  <a:pt x="0" y="853353"/>
                </a:lnTo>
                <a:lnTo>
                  <a:pt x="355600" y="813896"/>
                </a:lnTo>
                <a:cubicBezTo>
                  <a:pt x="639233" y="786276"/>
                  <a:pt x="941917" y="759403"/>
                  <a:pt x="1143000" y="717600"/>
                </a:cubicBezTo>
                <a:cubicBezTo>
                  <a:pt x="1545167" y="633994"/>
                  <a:pt x="1758950" y="402584"/>
                  <a:pt x="2095500" y="413035"/>
                </a:cubicBezTo>
                <a:cubicBezTo>
                  <a:pt x="2432050" y="423486"/>
                  <a:pt x="2772833" y="766868"/>
                  <a:pt x="3162300" y="780304"/>
                </a:cubicBezTo>
                <a:cubicBezTo>
                  <a:pt x="3551767" y="793741"/>
                  <a:pt x="3903133" y="504106"/>
                  <a:pt x="4432300" y="493655"/>
                </a:cubicBezTo>
                <a:cubicBezTo>
                  <a:pt x="4961467" y="483204"/>
                  <a:pt x="5909733" y="799713"/>
                  <a:pt x="6337300" y="717600"/>
                </a:cubicBezTo>
                <a:cubicBezTo>
                  <a:pt x="6764867" y="635486"/>
                  <a:pt x="6648450" y="-28883"/>
                  <a:pt x="6997700" y="976"/>
                </a:cubicBezTo>
                <a:close/>
              </a:path>
            </a:pathLst>
          </a:custGeom>
          <a:gradFill>
            <a:gsLst>
              <a:gs pos="0">
                <a:schemeClr val="accent2">
                  <a:alpha val="30000"/>
                </a:schemeClr>
              </a:gs>
              <a:gs pos="54900">
                <a:schemeClr val="accent2">
                  <a:alpha val="18000"/>
                </a:schemeClr>
              </a:gs>
              <a:gs pos="100000">
                <a:schemeClr val="accent2">
                  <a:alpha val="0"/>
                </a:schemeClr>
              </a:gs>
            </a:gsLst>
            <a:lin ang="5400000" scaled="1"/>
          </a:gra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7" name="Freeform 25">
            <a:extLst>
              <a:ext uri="{FF2B5EF4-FFF2-40B4-BE49-F238E27FC236}">
                <a16:creationId xmlns:a16="http://schemas.microsoft.com/office/drawing/2014/main" id="{A912EA81-E827-4C5A-958A-7BF023DF0A11}"/>
              </a:ext>
            </a:extLst>
          </p:cNvPr>
          <p:cNvSpPr>
            <a:spLocks noChangeArrowheads="1"/>
          </p:cNvSpPr>
          <p:nvPr userDrawn="1"/>
        </p:nvSpPr>
        <p:spPr bwMode="auto">
          <a:xfrm>
            <a:off x="9291315" y="136525"/>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IBM Plex Sans Light" panose="020B0403050203000203" pitchFamily="34" charset="0"/>
              <a:sym typeface="Exo 2 Light" panose="00000400000000000000" pitchFamily="50" charset="0"/>
            </a:endParaRPr>
          </a:p>
        </p:txBody>
      </p:sp>
      <p:sp>
        <p:nvSpPr>
          <p:cNvPr id="18" name="TextBox 26">
            <a:extLst>
              <a:ext uri="{FF2B5EF4-FFF2-40B4-BE49-F238E27FC236}">
                <a16:creationId xmlns:a16="http://schemas.microsoft.com/office/drawing/2014/main" id="{E60E24FB-8C7E-45EC-943D-84020AE1F331}"/>
              </a:ext>
            </a:extLst>
          </p:cNvPr>
          <p:cNvSpPr txBox="1"/>
          <p:nvPr userDrawn="1"/>
        </p:nvSpPr>
        <p:spPr>
          <a:xfrm>
            <a:off x="10153031" y="214145"/>
            <a:ext cx="2249334" cy="469359"/>
          </a:xfrm>
          <a:prstGeom prst="rect">
            <a:avLst/>
          </a:prstGeom>
          <a:noFill/>
        </p:spPr>
        <p:txBody>
          <a:bodyPr wrap="none" rtlCol="0">
            <a:spAutoFit/>
          </a:bodyPr>
          <a:lstStyle/>
          <a:p>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rPr>
              <a:t>数据链路层</a:t>
            </a:r>
            <a:endParaRPr 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endParaRPr>
          </a:p>
          <a:p>
            <a:r>
              <a:rPr lang="en-US" altLang="zh-CN"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rPr>
              <a:t>Data Link Layer</a:t>
            </a:r>
            <a:endParaRPr lang="en-US"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endParaRPr>
          </a:p>
        </p:txBody>
      </p:sp>
    </p:spTree>
    <p:extLst>
      <p:ext uri="{BB962C8B-B14F-4D97-AF65-F5344CB8AC3E}">
        <p14:creationId xmlns:p14="http://schemas.microsoft.com/office/powerpoint/2010/main" val="37834493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PP">
    <p:spTree>
      <p:nvGrpSpPr>
        <p:cNvPr id="1" name=""/>
        <p:cNvGrpSpPr/>
        <p:nvPr/>
      </p:nvGrpSpPr>
      <p:grpSpPr>
        <a:xfrm>
          <a:off x="0" y="0"/>
          <a:ext cx="0" cy="0"/>
          <a:chOff x="0" y="0"/>
          <a:chExt cx="0" cy="0"/>
        </a:xfrm>
      </p:grpSpPr>
      <p:grpSp>
        <p:nvGrpSpPr>
          <p:cNvPr id="71" name="组合 70">
            <a:extLst>
              <a:ext uri="{FF2B5EF4-FFF2-40B4-BE49-F238E27FC236}">
                <a16:creationId xmlns:a16="http://schemas.microsoft.com/office/drawing/2014/main" id="{4853EB39-1972-4926-BCF3-53CA2572EE96}"/>
              </a:ext>
            </a:extLst>
          </p:cNvPr>
          <p:cNvGrpSpPr/>
          <p:nvPr userDrawn="1"/>
        </p:nvGrpSpPr>
        <p:grpSpPr>
          <a:xfrm rot="10800000">
            <a:off x="4480916" y="5916542"/>
            <a:ext cx="7711084" cy="941457"/>
            <a:chOff x="-14417" y="-36940"/>
            <a:chExt cx="7711084" cy="941457"/>
          </a:xfrm>
        </p:grpSpPr>
        <p:sp>
          <p:nvSpPr>
            <p:cNvPr id="73" name="椭圆 72">
              <a:extLst>
                <a:ext uri="{FF2B5EF4-FFF2-40B4-BE49-F238E27FC236}">
                  <a16:creationId xmlns:a16="http://schemas.microsoft.com/office/drawing/2014/main" id="{586FC6A5-CFC2-4BFC-8615-1886BBD6F6E3}"/>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a:extLst>
                <a:ext uri="{FF2B5EF4-FFF2-40B4-BE49-F238E27FC236}">
                  <a16:creationId xmlns:a16="http://schemas.microsoft.com/office/drawing/2014/main" id="{5FD73008-DFCA-44CD-B4F9-98977CB90FBB}"/>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a:extLst>
                <a:ext uri="{FF2B5EF4-FFF2-40B4-BE49-F238E27FC236}">
                  <a16:creationId xmlns:a16="http://schemas.microsoft.com/office/drawing/2014/main" id="{F59E1D3C-94FD-4D80-9B38-68D47CF009A6}"/>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a:extLst>
                <a:ext uri="{FF2B5EF4-FFF2-40B4-BE49-F238E27FC236}">
                  <a16:creationId xmlns:a16="http://schemas.microsoft.com/office/drawing/2014/main" id="{CFE1A8B1-E014-4C65-A503-EFD28F5B59D2}"/>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a:extLst>
                <a:ext uri="{FF2B5EF4-FFF2-40B4-BE49-F238E27FC236}">
                  <a16:creationId xmlns:a16="http://schemas.microsoft.com/office/drawing/2014/main" id="{68742283-9AEC-41D3-8027-C9F5A35625B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a:extLst>
                <a:ext uri="{FF2B5EF4-FFF2-40B4-BE49-F238E27FC236}">
                  <a16:creationId xmlns:a16="http://schemas.microsoft.com/office/drawing/2014/main" id="{C64CD54B-7745-4315-9474-2E3A68887A3E}"/>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a:extLst>
                <a:ext uri="{FF2B5EF4-FFF2-40B4-BE49-F238E27FC236}">
                  <a16:creationId xmlns:a16="http://schemas.microsoft.com/office/drawing/2014/main" id="{2185F77F-B09C-4F7E-BA4E-BC872B716ED2}"/>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a:extLst>
                <a:ext uri="{FF2B5EF4-FFF2-40B4-BE49-F238E27FC236}">
                  <a16:creationId xmlns:a16="http://schemas.microsoft.com/office/drawing/2014/main" id="{873FA2D7-AFDE-4EAB-89CB-4733FEA5EC91}"/>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a:extLst>
                <a:ext uri="{FF2B5EF4-FFF2-40B4-BE49-F238E27FC236}">
                  <a16:creationId xmlns:a16="http://schemas.microsoft.com/office/drawing/2014/main" id="{6A73F1AB-FEE3-4C0E-BAD8-265B2B5DCFDC}"/>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a:extLst>
                <a:ext uri="{FF2B5EF4-FFF2-40B4-BE49-F238E27FC236}">
                  <a16:creationId xmlns:a16="http://schemas.microsoft.com/office/drawing/2014/main" id="{ADD2062C-428C-4FA1-AB9B-7CBADD7929B8}"/>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a:extLst>
                <a:ext uri="{FF2B5EF4-FFF2-40B4-BE49-F238E27FC236}">
                  <a16:creationId xmlns:a16="http://schemas.microsoft.com/office/drawing/2014/main" id="{1EC7CDB9-EC35-4EBA-851A-7D8CA601E43D}"/>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a:extLst>
                <a:ext uri="{FF2B5EF4-FFF2-40B4-BE49-F238E27FC236}">
                  <a16:creationId xmlns:a16="http://schemas.microsoft.com/office/drawing/2014/main" id="{E2EDADFF-89D4-47A2-A3EC-7AB6C67ECA86}"/>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a:extLst>
                <a:ext uri="{FF2B5EF4-FFF2-40B4-BE49-F238E27FC236}">
                  <a16:creationId xmlns:a16="http://schemas.microsoft.com/office/drawing/2014/main" id="{9C43C0F9-8B5A-4B62-A8DF-93A9AE979498}"/>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a:extLst>
                <a:ext uri="{FF2B5EF4-FFF2-40B4-BE49-F238E27FC236}">
                  <a16:creationId xmlns:a16="http://schemas.microsoft.com/office/drawing/2014/main" id="{283E3153-3145-48DC-8D8A-0B0E015E2F4B}"/>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a:extLst>
                <a:ext uri="{FF2B5EF4-FFF2-40B4-BE49-F238E27FC236}">
                  <a16:creationId xmlns:a16="http://schemas.microsoft.com/office/drawing/2014/main" id="{18C1DB8B-0CD4-4E3B-B269-7E7DB3523E75}"/>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a:extLst>
                <a:ext uri="{FF2B5EF4-FFF2-40B4-BE49-F238E27FC236}">
                  <a16:creationId xmlns:a16="http://schemas.microsoft.com/office/drawing/2014/main" id="{768B50C2-DA32-43A1-A6E7-C72E69282F10}"/>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a:extLst>
                <a:ext uri="{FF2B5EF4-FFF2-40B4-BE49-F238E27FC236}">
                  <a16:creationId xmlns:a16="http://schemas.microsoft.com/office/drawing/2014/main" id="{3B5B1F2D-7A7F-4928-B67F-DD9EA6463DFE}"/>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椭圆 90">
              <a:extLst>
                <a:ext uri="{FF2B5EF4-FFF2-40B4-BE49-F238E27FC236}">
                  <a16:creationId xmlns:a16="http://schemas.microsoft.com/office/drawing/2014/main" id="{EEA1DD0A-C44B-4834-9371-A9CEC1EF604D}"/>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2" name="直接连接符 91">
              <a:extLst>
                <a:ext uri="{FF2B5EF4-FFF2-40B4-BE49-F238E27FC236}">
                  <a16:creationId xmlns:a16="http://schemas.microsoft.com/office/drawing/2014/main" id="{4322DFC7-B008-4600-B1A1-0A68DE8828D4}"/>
                </a:ext>
              </a:extLst>
            </p:cNvPr>
            <p:cNvCxnSpPr>
              <a:stCxn id="73" idx="6"/>
              <a:endCxn id="91"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FECB77EA-D03A-4361-AF76-E6CB9499F33A}"/>
                </a:ext>
              </a:extLst>
            </p:cNvPr>
            <p:cNvCxnSpPr>
              <a:stCxn id="73" idx="2"/>
              <a:endCxn id="74"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3F32F2D1-988D-4332-B0BF-1F62BBEC403D}"/>
                </a:ext>
              </a:extLst>
            </p:cNvPr>
            <p:cNvCxnSpPr>
              <a:cxnSpLocks/>
              <a:stCxn id="85" idx="3"/>
              <a:endCxn id="73"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6A4B0D9C-BEA8-48D2-A588-3F2BE7BCA47C}"/>
                </a:ext>
              </a:extLst>
            </p:cNvPr>
            <p:cNvCxnSpPr>
              <a:stCxn id="82" idx="5"/>
              <a:endCxn id="79"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A5CA3CA0-C36D-4FA7-85F4-F0A02C54B877}"/>
                </a:ext>
              </a:extLst>
            </p:cNvPr>
            <p:cNvCxnSpPr>
              <a:stCxn id="79" idx="3"/>
              <a:endCxn id="81"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696812B4-1394-4BFF-B422-D58E1B103A6D}"/>
                </a:ext>
              </a:extLst>
            </p:cNvPr>
            <p:cNvCxnSpPr>
              <a:stCxn id="83" idx="4"/>
              <a:endCxn id="79"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8A8D3381-8CB3-41A3-8A8D-0CCD63F13B7B}"/>
                </a:ext>
              </a:extLst>
            </p:cNvPr>
            <p:cNvCxnSpPr>
              <a:stCxn id="86" idx="4"/>
              <a:endCxn id="74"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83514259-906E-4F1D-B3D5-F42D4DA712CC}"/>
                </a:ext>
              </a:extLst>
            </p:cNvPr>
            <p:cNvCxnSpPr>
              <a:stCxn id="89" idx="6"/>
              <a:endCxn id="90"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5B4220D9-B18E-4934-BD91-FD1401F465B4}"/>
                </a:ext>
              </a:extLst>
            </p:cNvPr>
            <p:cNvCxnSpPr>
              <a:stCxn id="78" idx="7"/>
              <a:endCxn id="77"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2D02A6DF-D049-4AEC-8518-CC92E6696A35}"/>
                </a:ext>
              </a:extLst>
            </p:cNvPr>
            <p:cNvCxnSpPr>
              <a:stCxn id="79" idx="6"/>
              <a:endCxn id="78"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48E27FCE-D8C3-42D3-95DD-99A84FA931C0}"/>
                </a:ext>
              </a:extLst>
            </p:cNvPr>
            <p:cNvCxnSpPr>
              <a:stCxn id="86" idx="6"/>
              <a:endCxn id="73"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53897293-D836-49F2-BAC1-26EEF8DFD917}"/>
                </a:ext>
              </a:extLst>
            </p:cNvPr>
            <p:cNvCxnSpPr>
              <a:stCxn id="86" idx="3"/>
              <a:endCxn id="84"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FFD2569B-824D-433E-AA93-1E4B5CC99F2C}"/>
                </a:ext>
              </a:extLst>
            </p:cNvPr>
            <p:cNvCxnSpPr>
              <a:stCxn id="75" idx="3"/>
              <a:endCxn id="76"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E60F4466-763A-4E15-9832-14EBA67E5270}"/>
                </a:ext>
              </a:extLst>
            </p:cNvPr>
            <p:cNvCxnSpPr>
              <a:stCxn id="77" idx="4"/>
              <a:endCxn id="76"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AB080B9D-B4D9-45AE-B19C-69B0EDC82744}"/>
                </a:ext>
              </a:extLst>
            </p:cNvPr>
            <p:cNvCxnSpPr>
              <a:stCxn id="78" idx="5"/>
              <a:endCxn id="76"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1AFA9AD1-4493-4446-BAD7-1830A0140302}"/>
                </a:ext>
              </a:extLst>
            </p:cNvPr>
            <p:cNvCxnSpPr>
              <a:stCxn id="83" idx="6"/>
              <a:endCxn id="78"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D537EAC0-161B-40B1-80EC-15AE8B846633}"/>
                </a:ext>
              </a:extLst>
            </p:cNvPr>
            <p:cNvCxnSpPr>
              <a:stCxn id="87" idx="2"/>
              <a:endCxn id="83"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AF7BDAFC-CE8E-49B2-B65A-59C675A5884F}"/>
                </a:ext>
              </a:extLst>
            </p:cNvPr>
            <p:cNvCxnSpPr>
              <a:stCxn id="86" idx="2"/>
              <a:endCxn id="90"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D8944C6B-0F32-4F53-8D9F-772778DB328F}"/>
                </a:ext>
              </a:extLst>
            </p:cNvPr>
            <p:cNvCxnSpPr>
              <a:cxnSpLocks/>
              <a:stCxn id="85" idx="2"/>
              <a:endCxn id="86"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04BFD29C-4C1D-4EBA-A517-9F4E0121E2C8}"/>
                </a:ext>
              </a:extLst>
            </p:cNvPr>
            <p:cNvCxnSpPr>
              <a:stCxn id="90" idx="5"/>
              <a:endCxn id="84"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E5C057DA-3ED5-4AD1-BDDF-AF9079C0F07C}"/>
                </a:ext>
              </a:extLst>
            </p:cNvPr>
            <p:cNvCxnSpPr>
              <a:stCxn id="87" idx="5"/>
              <a:endCxn id="78"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EF5AF740-C161-49F2-A20D-6BBF22555FE9}"/>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BFD249CB-D739-4597-AEFB-ED5D81FE9262}"/>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496F6AD6-B920-45E5-A150-0F25FCBD4FFE}"/>
                </a:ext>
              </a:extLst>
            </p:cNvPr>
            <p:cNvCxnSpPr>
              <a:stCxn id="75" idx="6"/>
              <a:endCxn id="90"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B24CD7E6-701F-410C-8937-11BEA526E0E9}"/>
                </a:ext>
              </a:extLst>
            </p:cNvPr>
            <p:cNvCxnSpPr>
              <a:stCxn id="75" idx="0"/>
              <a:endCxn id="89"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2AD664E7-1928-459B-87B1-F3E175ED44E5}"/>
                </a:ext>
              </a:extLst>
            </p:cNvPr>
            <p:cNvCxnSpPr>
              <a:stCxn id="75" idx="1"/>
              <a:endCxn id="77"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774F650A-2702-47C2-B9A4-9C5C71B21A63}"/>
                </a:ext>
              </a:extLst>
            </p:cNvPr>
            <p:cNvCxnSpPr>
              <a:endCxn id="77"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6C23FB9B-3CE3-4DBA-BEC9-88B3C006A4E4}"/>
                </a:ext>
              </a:extLst>
            </p:cNvPr>
            <p:cNvCxnSpPr>
              <a:stCxn id="89"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44AEEE34-A2D5-44C9-9248-3056BE01EDDB}"/>
                </a:ext>
              </a:extLst>
            </p:cNvPr>
            <p:cNvCxnSpPr>
              <a:cxnSpLocks/>
              <a:endCxn id="89"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3ACA1D7E-83C2-4B0B-9173-4A7092D8FA02}"/>
                </a:ext>
              </a:extLst>
            </p:cNvPr>
            <p:cNvCxnSpPr>
              <a:stCxn id="82" idx="7"/>
              <a:endCxn id="83"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BB38973A-B77E-4E3F-91B4-EFED61EA8591}"/>
                </a:ext>
              </a:extLst>
            </p:cNvPr>
            <p:cNvCxnSpPr>
              <a:stCxn id="82" idx="0"/>
              <a:endCxn id="88"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339FF751-D4D6-4226-B333-69498A4AA5AF}"/>
                </a:ext>
              </a:extLst>
            </p:cNvPr>
            <p:cNvCxnSpPr>
              <a:stCxn id="83" idx="1"/>
              <a:endCxn id="88"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a:extLst>
                <a:ext uri="{FF2B5EF4-FFF2-40B4-BE49-F238E27FC236}">
                  <a16:creationId xmlns:a16="http://schemas.microsoft.com/office/drawing/2014/main" id="{0895E182-2E14-4002-A0EE-80994E669710}"/>
                </a:ext>
              </a:extLst>
            </p:cNvPr>
            <p:cNvCxnSpPr>
              <a:cxnSpLocks/>
              <a:stCxn id="78"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id="{769BFAA9-34A8-4A5E-BEF1-85D1E7ADFDEF}"/>
                </a:ext>
              </a:extLst>
            </p:cNvPr>
            <p:cNvCxnSpPr>
              <a:cxnSpLocks/>
              <a:stCxn id="87"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1A6F8B03-CBCD-4450-9B9B-CF4BD1305566}"/>
                </a:ext>
              </a:extLst>
            </p:cNvPr>
            <p:cNvCxnSpPr>
              <a:stCxn id="81" idx="0"/>
              <a:endCxn id="82"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DCA3ECFB-8E81-4F8F-8711-39144C3C2B41}"/>
                </a:ext>
              </a:extLst>
            </p:cNvPr>
            <p:cNvCxnSpPr>
              <a:cxnSpLocks/>
              <a:stCxn id="81"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F47B8A72-1C19-4B8C-A62F-2EF233DA7362}"/>
                </a:ext>
              </a:extLst>
            </p:cNvPr>
            <p:cNvCxnSpPr>
              <a:endCxn id="90"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9" name="直接连接符 128">
              <a:extLst>
                <a:ext uri="{FF2B5EF4-FFF2-40B4-BE49-F238E27FC236}">
                  <a16:creationId xmlns:a16="http://schemas.microsoft.com/office/drawing/2014/main" id="{308703E1-A490-4418-9CB3-73D187FD2D79}"/>
                </a:ext>
              </a:extLst>
            </p:cNvPr>
            <p:cNvCxnSpPr>
              <a:stCxn id="74" idx="3"/>
              <a:endCxn id="84"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BE40DEB4-A593-4937-84D9-12693ED9F155}"/>
                </a:ext>
              </a:extLst>
            </p:cNvPr>
            <p:cNvCxnSpPr>
              <a:cxnSpLocks/>
              <a:endCxn id="91"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543BF644-F6E7-493A-B20F-BB4C13D992ED}"/>
                </a:ext>
              </a:extLst>
            </p:cNvPr>
            <p:cNvCxnSpPr>
              <a:cxnSpLocks/>
              <a:stCxn id="86"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132" name="直接连接符 131">
              <a:extLst>
                <a:ext uri="{FF2B5EF4-FFF2-40B4-BE49-F238E27FC236}">
                  <a16:creationId xmlns:a16="http://schemas.microsoft.com/office/drawing/2014/main" id="{EF8C5D9B-D8CE-4135-8297-E6B0C7A31165}"/>
                </a:ext>
              </a:extLst>
            </p:cNvPr>
            <p:cNvCxnSpPr>
              <a:stCxn id="88"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133" name="直接连接符 132">
              <a:extLst>
                <a:ext uri="{FF2B5EF4-FFF2-40B4-BE49-F238E27FC236}">
                  <a16:creationId xmlns:a16="http://schemas.microsoft.com/office/drawing/2014/main" id="{07DE3EF8-5DD0-4312-9798-8FE2DEEED6EE}"/>
                </a:ext>
              </a:extLst>
            </p:cNvPr>
            <p:cNvCxnSpPr>
              <a:stCxn id="91"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grpSp>
      <p:grpSp>
        <p:nvGrpSpPr>
          <p:cNvPr id="8" name="组合 7">
            <a:extLst>
              <a:ext uri="{FF2B5EF4-FFF2-40B4-BE49-F238E27FC236}">
                <a16:creationId xmlns:a16="http://schemas.microsoft.com/office/drawing/2014/main" id="{7A3947A1-486F-4CA5-B6FE-99E859380C87}"/>
              </a:ext>
            </a:extLst>
          </p:cNvPr>
          <p:cNvGrpSpPr/>
          <p:nvPr userDrawn="1"/>
        </p:nvGrpSpPr>
        <p:grpSpPr>
          <a:xfrm>
            <a:off x="-14417" y="-36940"/>
            <a:ext cx="7711084" cy="941457"/>
            <a:chOff x="-14417" y="-36940"/>
            <a:chExt cx="7711084" cy="941457"/>
          </a:xfrm>
        </p:grpSpPr>
        <p:sp>
          <p:nvSpPr>
            <p:cNvPr id="11" name="椭圆 10">
              <a:extLst>
                <a:ext uri="{FF2B5EF4-FFF2-40B4-BE49-F238E27FC236}">
                  <a16:creationId xmlns:a16="http://schemas.microsoft.com/office/drawing/2014/main" id="{1E70C58A-5A85-4832-B6D7-16830C470707}"/>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DC82F87F-1BF8-46C1-A5E3-DA3CF824850F}"/>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614CD21A-C39D-4795-83CD-774FD349585D}"/>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EB2837F6-1D7D-46DA-8111-809E9C8B0A67}"/>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01AB2BC1-E267-4710-B496-D53DA744DE3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6E02D594-6540-4CD5-9CDE-9001117B20E9}"/>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D7450177-3DC4-4063-9A91-85BDBC7A780E}"/>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CB691F92-4285-438C-8B71-569CDBA913BC}"/>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07D649CF-34AF-43C0-80EE-504F388BEB1A}"/>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6C3BC982-0A71-4DAD-AC1C-2DEA049913C3}"/>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177E03B8-1E2B-4537-A018-26391B9575C4}"/>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1592E938-A3ED-44EC-93E9-1785BE2E4EDD}"/>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CDCEBC96-4EF5-41F1-9446-466FFB5DC9CD}"/>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B0785AE5-CD30-41AA-ACB0-765EB9154018}"/>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4F9C78BD-7254-43D0-B63D-81A0C10A2BC2}"/>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200D9AED-3611-4A19-A09B-53C3B2A2818F}"/>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A6F858B9-2052-4F86-BC88-E78AD36ED096}"/>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6BCFA25F-2B9D-4F6E-B38B-19F53F45D1CF}"/>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a:extLst>
                <a:ext uri="{FF2B5EF4-FFF2-40B4-BE49-F238E27FC236}">
                  <a16:creationId xmlns:a16="http://schemas.microsoft.com/office/drawing/2014/main" id="{EF57988D-049C-4D78-A536-99EC4D0BAB04}"/>
                </a:ext>
              </a:extLst>
            </p:cNvPr>
            <p:cNvCxnSpPr>
              <a:stCxn id="11" idx="6"/>
              <a:endCxn id="28"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F3D42FA-2034-4BBA-AFD3-B3C0A5A65D39}"/>
                </a:ext>
              </a:extLst>
            </p:cNvPr>
            <p:cNvCxnSpPr>
              <a:stCxn id="11" idx="2"/>
              <a:endCxn id="12"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0B24ED17-C590-4CB2-B1A4-6D7EC6DCA772}"/>
                </a:ext>
              </a:extLst>
            </p:cNvPr>
            <p:cNvCxnSpPr>
              <a:cxnSpLocks/>
              <a:stCxn id="22" idx="3"/>
              <a:endCxn id="11"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99834F15-9349-468B-B5E5-8659E935A5A2}"/>
                </a:ext>
              </a:extLst>
            </p:cNvPr>
            <p:cNvCxnSpPr>
              <a:stCxn id="19" idx="5"/>
              <a:endCxn id="17"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A336D1BB-3A65-4649-9B52-09502722C357}"/>
                </a:ext>
              </a:extLst>
            </p:cNvPr>
            <p:cNvCxnSpPr>
              <a:stCxn id="17" idx="3"/>
              <a:endCxn id="18"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830AE0D1-FDFD-46A6-829E-66306B877083}"/>
                </a:ext>
              </a:extLst>
            </p:cNvPr>
            <p:cNvCxnSpPr>
              <a:stCxn id="20" idx="4"/>
              <a:endCxn id="17"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6AA5C445-D90A-4189-A07F-D15BA880046F}"/>
                </a:ext>
              </a:extLst>
            </p:cNvPr>
            <p:cNvCxnSpPr>
              <a:stCxn id="23" idx="4"/>
              <a:endCxn id="12"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0F8A100-95DF-45C4-A02E-0C8C46B4314C}"/>
                </a:ext>
              </a:extLst>
            </p:cNvPr>
            <p:cNvCxnSpPr>
              <a:stCxn id="26" idx="6"/>
              <a:endCxn id="27"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DDDB52B-FF38-4869-8A0D-494CE5550BDB}"/>
                </a:ext>
              </a:extLst>
            </p:cNvPr>
            <p:cNvCxnSpPr>
              <a:stCxn id="16" idx="7"/>
              <a:endCxn id="15"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F63548ED-507F-4F3D-836C-81039DF3B1E7}"/>
                </a:ext>
              </a:extLst>
            </p:cNvPr>
            <p:cNvCxnSpPr>
              <a:stCxn id="17" idx="6"/>
              <a:endCxn id="16"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719E4C08-CB97-4EC4-A528-10913EA80E69}"/>
                </a:ext>
              </a:extLst>
            </p:cNvPr>
            <p:cNvCxnSpPr>
              <a:stCxn id="23" idx="6"/>
              <a:endCxn id="11"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1511854-D175-4227-8D60-EBAF0717F6DD}"/>
                </a:ext>
              </a:extLst>
            </p:cNvPr>
            <p:cNvCxnSpPr>
              <a:stCxn id="23" idx="3"/>
              <a:endCxn id="21"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76E4B19-9F97-4F83-AA6D-5A8CBE468573}"/>
                </a:ext>
              </a:extLst>
            </p:cNvPr>
            <p:cNvCxnSpPr>
              <a:stCxn id="13" idx="3"/>
              <a:endCxn id="14"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57A9D0DD-9F1B-4A1A-B7F1-B6E664603E79}"/>
                </a:ext>
              </a:extLst>
            </p:cNvPr>
            <p:cNvCxnSpPr>
              <a:stCxn id="15" idx="4"/>
              <a:endCxn id="14"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C284FBF-DF36-40EF-86F6-16AC04A270E2}"/>
                </a:ext>
              </a:extLst>
            </p:cNvPr>
            <p:cNvCxnSpPr>
              <a:stCxn id="16" idx="5"/>
              <a:endCxn id="14"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1383EE05-8E61-4A85-A91D-D1417FCC1D5F}"/>
                </a:ext>
              </a:extLst>
            </p:cNvPr>
            <p:cNvCxnSpPr>
              <a:stCxn id="20" idx="6"/>
              <a:endCxn id="16"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8A049FF-C96C-460A-B2CD-FFC3F6D73658}"/>
                </a:ext>
              </a:extLst>
            </p:cNvPr>
            <p:cNvCxnSpPr>
              <a:stCxn id="24" idx="2"/>
              <a:endCxn id="20"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706D5248-8E0C-47C8-A71F-38D641918AF8}"/>
                </a:ext>
              </a:extLst>
            </p:cNvPr>
            <p:cNvCxnSpPr>
              <a:stCxn id="23" idx="2"/>
              <a:endCxn id="27"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ADAE38AF-A576-42C8-8850-5F9F0F06D3FA}"/>
                </a:ext>
              </a:extLst>
            </p:cNvPr>
            <p:cNvCxnSpPr>
              <a:cxnSpLocks/>
              <a:stCxn id="22" idx="2"/>
              <a:endCxn id="23"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6B8FE99F-F5FC-4420-B37A-75F109AE28D7}"/>
                </a:ext>
              </a:extLst>
            </p:cNvPr>
            <p:cNvCxnSpPr>
              <a:stCxn id="27" idx="5"/>
              <a:endCxn id="21"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5EA1E4D-310E-4749-B60D-9B05C967D9B0}"/>
                </a:ext>
              </a:extLst>
            </p:cNvPr>
            <p:cNvCxnSpPr>
              <a:stCxn id="24" idx="5"/>
              <a:endCxn id="16"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F1EBD42-7758-4DD4-B8E1-8C41CBFEDC0F}"/>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DB5DFAE-307D-4F16-BF3B-C5F160B3D503}"/>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18921FA-0CC5-4DF5-B3EC-CB661C7EB6BB}"/>
                </a:ext>
              </a:extLst>
            </p:cNvPr>
            <p:cNvCxnSpPr>
              <a:stCxn id="13" idx="6"/>
              <a:endCxn id="27"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95C4407-68F4-456A-A554-50261B51366A}"/>
                </a:ext>
              </a:extLst>
            </p:cNvPr>
            <p:cNvCxnSpPr>
              <a:stCxn id="13" idx="0"/>
              <a:endCxn id="26"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92379BE-F813-4A7D-8340-42365B6A55DA}"/>
                </a:ext>
              </a:extLst>
            </p:cNvPr>
            <p:cNvCxnSpPr>
              <a:stCxn id="13" idx="1"/>
              <a:endCxn id="15"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C25CA83-739A-45BB-9832-DEE30BADFDB4}"/>
                </a:ext>
              </a:extLst>
            </p:cNvPr>
            <p:cNvCxnSpPr>
              <a:endCxn id="15"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3E807B79-5434-4949-8936-50FCA93E0E43}"/>
                </a:ext>
              </a:extLst>
            </p:cNvPr>
            <p:cNvCxnSpPr>
              <a:stCxn id="26"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728192E-902E-423E-B8CF-43B2D5A20881}"/>
                </a:ext>
              </a:extLst>
            </p:cNvPr>
            <p:cNvCxnSpPr>
              <a:cxnSpLocks/>
              <a:endCxn id="26"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6CB4E7A-44DB-4A64-93F2-BB06DBC99A07}"/>
                </a:ext>
              </a:extLst>
            </p:cNvPr>
            <p:cNvCxnSpPr>
              <a:stCxn id="19" idx="7"/>
              <a:endCxn id="20"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EDBE1156-FDC8-4DE2-B587-33F0C37EFB69}"/>
                </a:ext>
              </a:extLst>
            </p:cNvPr>
            <p:cNvCxnSpPr>
              <a:stCxn id="19" idx="0"/>
              <a:endCxn id="25"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F0E83090-2481-476D-ACEF-A67D7B5914B7}"/>
                </a:ext>
              </a:extLst>
            </p:cNvPr>
            <p:cNvCxnSpPr>
              <a:stCxn id="20" idx="1"/>
              <a:endCxn id="25"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B1DAAC1-BA9B-409D-970B-A5D12C8596EA}"/>
                </a:ext>
              </a:extLst>
            </p:cNvPr>
            <p:cNvCxnSpPr>
              <a:cxnSpLocks/>
              <a:stCxn id="16"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7500C3F-46B3-4B5C-9EC2-A1949BC93DC9}"/>
                </a:ext>
              </a:extLst>
            </p:cNvPr>
            <p:cNvCxnSpPr>
              <a:cxnSpLocks/>
              <a:stCxn id="24"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88F8415-9756-402F-BE52-8D940D473116}"/>
                </a:ext>
              </a:extLst>
            </p:cNvPr>
            <p:cNvCxnSpPr>
              <a:stCxn id="18" idx="0"/>
              <a:endCxn id="19"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20BA3FF9-1E96-463A-BBE8-7EC376F780F2}"/>
                </a:ext>
              </a:extLst>
            </p:cNvPr>
            <p:cNvCxnSpPr>
              <a:cxnSpLocks/>
              <a:stCxn id="18"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5853B213-278D-402D-B8CB-B123C2391C51}"/>
                </a:ext>
              </a:extLst>
            </p:cNvPr>
            <p:cNvCxnSpPr>
              <a:endCxn id="27"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7998B8E8-1748-4FD0-8836-FD7CD490892E}"/>
                </a:ext>
              </a:extLst>
            </p:cNvPr>
            <p:cNvCxnSpPr>
              <a:stCxn id="12" idx="3"/>
              <a:endCxn id="21"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EDA45374-C937-4FE7-A5B2-17A39F48B82B}"/>
                </a:ext>
              </a:extLst>
            </p:cNvPr>
            <p:cNvCxnSpPr>
              <a:cxnSpLocks/>
              <a:endCxn id="28"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B6B7628-4AF9-4E43-B218-328CB255493B}"/>
                </a:ext>
              </a:extLst>
            </p:cNvPr>
            <p:cNvCxnSpPr>
              <a:cxnSpLocks/>
              <a:stCxn id="23"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72" name="直接连接符 71">
              <a:extLst>
                <a:ext uri="{FF2B5EF4-FFF2-40B4-BE49-F238E27FC236}">
                  <a16:creationId xmlns:a16="http://schemas.microsoft.com/office/drawing/2014/main" id="{14CAEE0F-D202-4D7A-AAC0-A5409DD85BF2}"/>
                </a:ext>
              </a:extLst>
            </p:cNvPr>
            <p:cNvCxnSpPr>
              <a:stCxn id="25"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80" name="直接连接符 79">
              <a:extLst>
                <a:ext uri="{FF2B5EF4-FFF2-40B4-BE49-F238E27FC236}">
                  <a16:creationId xmlns:a16="http://schemas.microsoft.com/office/drawing/2014/main" id="{028D3624-D8D9-4963-B1CD-9EB136A70384}"/>
                </a:ext>
              </a:extLst>
            </p:cNvPr>
            <p:cNvCxnSpPr>
              <a:stCxn id="28"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grpSp>
      <p:sp>
        <p:nvSpPr>
          <p:cNvPr id="6" name="Freeform 25">
            <a:extLst>
              <a:ext uri="{FF2B5EF4-FFF2-40B4-BE49-F238E27FC236}">
                <a16:creationId xmlns:a16="http://schemas.microsoft.com/office/drawing/2014/main" id="{38B69EE1-BCFE-4371-B597-971E0649EC0B}"/>
              </a:ext>
            </a:extLst>
          </p:cNvPr>
          <p:cNvSpPr>
            <a:spLocks noChangeArrowheads="1"/>
          </p:cNvSpPr>
          <p:nvPr userDrawn="1"/>
        </p:nvSpPr>
        <p:spPr bwMode="auto">
          <a:xfrm>
            <a:off x="11116689" y="136525"/>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IBM Plex Sans Light" panose="020B0403050203000203" pitchFamily="34" charset="0"/>
              <a:sym typeface="Exo 2 Light" panose="00000400000000000000" pitchFamily="50" charset="0"/>
            </a:endParaRPr>
          </a:p>
        </p:txBody>
      </p:sp>
      <p:sp>
        <p:nvSpPr>
          <p:cNvPr id="7" name="TextBox 26">
            <a:extLst>
              <a:ext uri="{FF2B5EF4-FFF2-40B4-BE49-F238E27FC236}">
                <a16:creationId xmlns:a16="http://schemas.microsoft.com/office/drawing/2014/main" id="{7D80F13B-F800-4F65-9D06-0B1624B47232}"/>
              </a:ext>
            </a:extLst>
          </p:cNvPr>
          <p:cNvSpPr txBox="1"/>
          <p:nvPr userDrawn="1"/>
        </p:nvSpPr>
        <p:spPr>
          <a:xfrm>
            <a:off x="7853725" y="217993"/>
            <a:ext cx="3257623" cy="469359"/>
          </a:xfrm>
          <a:prstGeom prst="rect">
            <a:avLst/>
          </a:prstGeom>
          <a:noFill/>
        </p:spPr>
        <p:txBody>
          <a:bodyPr wrap="none" rtlCol="0">
            <a:spAutoFit/>
          </a:bodyPr>
          <a:lstStyle/>
          <a:p>
            <a:pPr algn="r"/>
            <a:r>
              <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rPr>
              <a:t>PPP</a:t>
            </a:r>
          </a:p>
          <a:p>
            <a:pPr algn="r"/>
            <a:r>
              <a:rPr lang="en-US" altLang="zh-CN"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rPr>
              <a:t>Point to point protocol</a:t>
            </a:r>
          </a:p>
        </p:txBody>
      </p:sp>
      <p:sp>
        <p:nvSpPr>
          <p:cNvPr id="2" name="矩形 1">
            <a:extLst>
              <a:ext uri="{FF2B5EF4-FFF2-40B4-BE49-F238E27FC236}">
                <a16:creationId xmlns:a16="http://schemas.microsoft.com/office/drawing/2014/main" id="{C0291C21-5CD9-4C0A-A1F9-B35A9D1269FC}"/>
              </a:ext>
            </a:extLst>
          </p:cNvPr>
          <p:cNvSpPr/>
          <p:nvPr userDrawn="1"/>
        </p:nvSpPr>
        <p:spPr>
          <a:xfrm>
            <a:off x="695834" y="1032229"/>
            <a:ext cx="10800000" cy="5040000"/>
          </a:xfrm>
          <a:prstGeom prst="rect">
            <a:avLst/>
          </a:prstGeom>
          <a:solidFill>
            <a:schemeClr val="bg1"/>
          </a:solidFill>
          <a:ln>
            <a:solidFill>
              <a:schemeClr val="bg1">
                <a:lumMod val="95000"/>
              </a:schemeClr>
            </a:solidFill>
          </a:ln>
          <a:effectLst>
            <a:outerShdw blurRad="508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占位符 8">
            <a:extLst>
              <a:ext uri="{FF2B5EF4-FFF2-40B4-BE49-F238E27FC236}">
                <a16:creationId xmlns:a16="http://schemas.microsoft.com/office/drawing/2014/main" id="{9688E790-5753-47AE-9AE4-065DB60D20A1}"/>
              </a:ext>
            </a:extLst>
          </p:cNvPr>
          <p:cNvSpPr>
            <a:spLocks noGrp="1"/>
          </p:cNvSpPr>
          <p:nvPr>
            <p:ph type="body" sz="quarter" idx="13" hasCustomPrompt="1"/>
          </p:nvPr>
        </p:nvSpPr>
        <p:spPr>
          <a:xfrm>
            <a:off x="695466" y="672447"/>
            <a:ext cx="3286125" cy="542516"/>
          </a:xfrm>
          <a:solidFill>
            <a:schemeClr val="accent2">
              <a:lumMod val="75000"/>
            </a:schemeClr>
          </a:solidFill>
          <a:ln>
            <a:solidFill>
              <a:schemeClr val="accent2">
                <a:lumMod val="50000"/>
              </a:schemeClr>
            </a:solidFill>
          </a:ln>
        </p:spPr>
        <p:txBody>
          <a:bodyPr anchor="ctr" anchorCtr="0"/>
          <a:lstStyle>
            <a:lvl1pPr marL="0" indent="0" algn="ctr">
              <a:buNone/>
              <a:defRPr>
                <a:solidFill>
                  <a:schemeClr val="bg1"/>
                </a:solidFill>
                <a:latin typeface="微软雅黑" panose="020B0503020204020204" pitchFamily="34" charset="-122"/>
                <a:ea typeface="微软雅黑" panose="020B0503020204020204" pitchFamily="34" charset="-122"/>
              </a:defRPr>
            </a:lvl1pPr>
            <a:lvl2pPr marL="457200" indent="0">
              <a:buNone/>
              <a:defRPr>
                <a:latin typeface="微软雅黑" panose="020B0503020204020204" pitchFamily="34" charset="-122"/>
                <a:ea typeface="微软雅黑" panose="020B0503020204020204" pitchFamily="34" charset="-122"/>
              </a:defRPr>
            </a:lvl2pPr>
            <a:lvl3pPr marL="914400" indent="0">
              <a:buNone/>
              <a:defRPr>
                <a:latin typeface="微软雅黑" panose="020B0503020204020204" pitchFamily="34" charset="-122"/>
                <a:ea typeface="微软雅黑" panose="020B0503020204020204" pitchFamily="34" charset="-122"/>
              </a:defRPr>
            </a:lvl3pPr>
            <a:lvl4pPr marL="1371600" indent="0">
              <a:buNone/>
              <a:defRPr>
                <a:latin typeface="微软雅黑" panose="020B0503020204020204" pitchFamily="34" charset="-122"/>
                <a:ea typeface="微软雅黑" panose="020B0503020204020204" pitchFamily="34" charset="-122"/>
              </a:defRPr>
            </a:lvl4pPr>
            <a:lvl5pPr marL="1828800" indent="0">
              <a:buNone/>
              <a:defRPr>
                <a:latin typeface="微软雅黑" panose="020B0503020204020204" pitchFamily="34" charset="-122"/>
                <a:ea typeface="微软雅黑" panose="020B0503020204020204" pitchFamily="34" charset="-122"/>
              </a:defRPr>
            </a:lvl5pPr>
          </a:lstStyle>
          <a:p>
            <a:pPr lvl="0"/>
            <a:r>
              <a:rPr lang="zh-CN" altLang="en-US" dirty="0"/>
              <a:t>版文本样式</a:t>
            </a:r>
          </a:p>
        </p:txBody>
      </p:sp>
      <p:sp>
        <p:nvSpPr>
          <p:cNvPr id="9" name="直角三角形 8">
            <a:extLst>
              <a:ext uri="{FF2B5EF4-FFF2-40B4-BE49-F238E27FC236}">
                <a16:creationId xmlns:a16="http://schemas.microsoft.com/office/drawing/2014/main" id="{27E6DB47-D228-4E26-9861-0E71F9A9A745}"/>
              </a:ext>
            </a:extLst>
          </p:cNvPr>
          <p:cNvSpPr>
            <a:spLocks/>
          </p:cNvSpPr>
          <p:nvPr userDrawn="1"/>
        </p:nvSpPr>
        <p:spPr>
          <a:xfrm>
            <a:off x="3981591" y="672447"/>
            <a:ext cx="252000" cy="360000"/>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文本占位符 133">
            <a:extLst>
              <a:ext uri="{FF2B5EF4-FFF2-40B4-BE49-F238E27FC236}">
                <a16:creationId xmlns:a16="http://schemas.microsoft.com/office/drawing/2014/main" id="{8EEDBA34-CB6A-48C8-9135-48A39E6E983A}"/>
              </a:ext>
            </a:extLst>
          </p:cNvPr>
          <p:cNvSpPr>
            <a:spLocks noGrp="1"/>
          </p:cNvSpPr>
          <p:nvPr>
            <p:ph type="body" sz="quarter" idx="15"/>
          </p:nvPr>
        </p:nvSpPr>
        <p:spPr>
          <a:xfrm>
            <a:off x="695466" y="6255764"/>
            <a:ext cx="8345771" cy="313932"/>
          </a:xfrm>
        </p:spPr>
        <p:txBody>
          <a:bodyPr anchor="ctr" anchorCtr="0">
            <a:spAutoFit/>
          </a:bodyPr>
          <a:lstStyle>
            <a:lvl1pPr marL="0" indent="0">
              <a:buNone/>
              <a:defRPr sz="1600">
                <a:latin typeface="微软雅黑 Light" panose="020B0502040204020203" pitchFamily="34" charset="-122"/>
                <a:ea typeface="微软雅黑 Light" panose="020B0502040204020203" pitchFamily="34" charset="-122"/>
              </a:defRPr>
            </a:lvl1pPr>
            <a:lvl2pPr marL="457200" indent="0">
              <a:buNone/>
              <a:defRPr sz="1600">
                <a:latin typeface="微软雅黑 Light" panose="020B0502040204020203" pitchFamily="34" charset="-122"/>
                <a:ea typeface="微软雅黑 Light" panose="020B0502040204020203" pitchFamily="34" charset="-122"/>
              </a:defRPr>
            </a:lvl2pPr>
            <a:lvl3pPr marL="914400" indent="0">
              <a:buNone/>
              <a:defRPr sz="1600">
                <a:latin typeface="微软雅黑 Light" panose="020B0502040204020203" pitchFamily="34" charset="-122"/>
                <a:ea typeface="微软雅黑 Light" panose="020B0502040204020203" pitchFamily="34" charset="-122"/>
              </a:defRPr>
            </a:lvl3pPr>
            <a:lvl4pPr marL="1371600" indent="0">
              <a:buNone/>
              <a:defRPr sz="1600">
                <a:latin typeface="微软雅黑 Light" panose="020B0502040204020203" pitchFamily="34" charset="-122"/>
                <a:ea typeface="微软雅黑 Light" panose="020B0502040204020203" pitchFamily="34" charset="-122"/>
              </a:defRPr>
            </a:lvl4pPr>
            <a:lvl5pPr marL="1828800" indent="0">
              <a:buNone/>
              <a:defRPr sz="1600">
                <a:latin typeface="微软雅黑 Light" panose="020B0502040204020203" pitchFamily="34" charset="-122"/>
                <a:ea typeface="微软雅黑 Light" panose="020B0502040204020203" pitchFamily="34" charset="-122"/>
              </a:defRPr>
            </a:lvl5pPr>
          </a:lstStyle>
          <a:p>
            <a:pPr lvl="0"/>
            <a:r>
              <a:rPr lang="zh-CN" altLang="en-US" dirty="0"/>
              <a:t>单击此处编辑母版文本样式</a:t>
            </a:r>
          </a:p>
        </p:txBody>
      </p:sp>
      <p:sp>
        <p:nvSpPr>
          <p:cNvPr id="135" name="文本占位符 67">
            <a:extLst>
              <a:ext uri="{FF2B5EF4-FFF2-40B4-BE49-F238E27FC236}">
                <a16:creationId xmlns:a16="http://schemas.microsoft.com/office/drawing/2014/main" id="{D5D5E3EB-6637-4D89-A689-1FD1B36143EE}"/>
              </a:ext>
            </a:extLst>
          </p:cNvPr>
          <p:cNvSpPr>
            <a:spLocks noGrp="1"/>
          </p:cNvSpPr>
          <p:nvPr>
            <p:ph type="body" sz="quarter" idx="14"/>
          </p:nvPr>
        </p:nvSpPr>
        <p:spPr>
          <a:xfrm>
            <a:off x="1148460" y="1510985"/>
            <a:ext cx="9962887" cy="4115817"/>
          </a:xfrm>
        </p:spPr>
        <p:txBody>
          <a:bodyPr>
            <a:normAutofit/>
          </a:bodyPr>
          <a:lstStyle>
            <a:lvl1pPr marL="0" indent="0" algn="just">
              <a:buNone/>
              <a:defRPr sz="1800">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单击此处编辑母版文本样式</a:t>
            </a:r>
          </a:p>
        </p:txBody>
      </p:sp>
    </p:spTree>
    <p:extLst>
      <p:ext uri="{BB962C8B-B14F-4D97-AF65-F5344CB8AC3E}">
        <p14:creationId xmlns:p14="http://schemas.microsoft.com/office/powerpoint/2010/main" val="36060735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广播信道">
    <p:spTree>
      <p:nvGrpSpPr>
        <p:cNvPr id="1" name=""/>
        <p:cNvGrpSpPr/>
        <p:nvPr/>
      </p:nvGrpSpPr>
      <p:grpSpPr>
        <a:xfrm>
          <a:off x="0" y="0"/>
          <a:ext cx="0" cy="0"/>
          <a:chOff x="0" y="0"/>
          <a:chExt cx="0" cy="0"/>
        </a:xfrm>
      </p:grpSpPr>
      <p:grpSp>
        <p:nvGrpSpPr>
          <p:cNvPr id="71" name="组合 70">
            <a:extLst>
              <a:ext uri="{FF2B5EF4-FFF2-40B4-BE49-F238E27FC236}">
                <a16:creationId xmlns:a16="http://schemas.microsoft.com/office/drawing/2014/main" id="{4853EB39-1972-4926-BCF3-53CA2572EE96}"/>
              </a:ext>
            </a:extLst>
          </p:cNvPr>
          <p:cNvGrpSpPr/>
          <p:nvPr userDrawn="1"/>
        </p:nvGrpSpPr>
        <p:grpSpPr>
          <a:xfrm rot="10800000">
            <a:off x="4480916" y="5916542"/>
            <a:ext cx="7711084" cy="941457"/>
            <a:chOff x="-14417" y="-36940"/>
            <a:chExt cx="7711084" cy="941457"/>
          </a:xfrm>
        </p:grpSpPr>
        <p:sp>
          <p:nvSpPr>
            <p:cNvPr id="73" name="椭圆 72">
              <a:extLst>
                <a:ext uri="{FF2B5EF4-FFF2-40B4-BE49-F238E27FC236}">
                  <a16:creationId xmlns:a16="http://schemas.microsoft.com/office/drawing/2014/main" id="{586FC6A5-CFC2-4BFC-8615-1886BBD6F6E3}"/>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a:extLst>
                <a:ext uri="{FF2B5EF4-FFF2-40B4-BE49-F238E27FC236}">
                  <a16:creationId xmlns:a16="http://schemas.microsoft.com/office/drawing/2014/main" id="{5FD73008-DFCA-44CD-B4F9-98977CB90FBB}"/>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a:extLst>
                <a:ext uri="{FF2B5EF4-FFF2-40B4-BE49-F238E27FC236}">
                  <a16:creationId xmlns:a16="http://schemas.microsoft.com/office/drawing/2014/main" id="{F59E1D3C-94FD-4D80-9B38-68D47CF009A6}"/>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a:extLst>
                <a:ext uri="{FF2B5EF4-FFF2-40B4-BE49-F238E27FC236}">
                  <a16:creationId xmlns:a16="http://schemas.microsoft.com/office/drawing/2014/main" id="{CFE1A8B1-E014-4C65-A503-EFD28F5B59D2}"/>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a:extLst>
                <a:ext uri="{FF2B5EF4-FFF2-40B4-BE49-F238E27FC236}">
                  <a16:creationId xmlns:a16="http://schemas.microsoft.com/office/drawing/2014/main" id="{68742283-9AEC-41D3-8027-C9F5A35625B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a:extLst>
                <a:ext uri="{FF2B5EF4-FFF2-40B4-BE49-F238E27FC236}">
                  <a16:creationId xmlns:a16="http://schemas.microsoft.com/office/drawing/2014/main" id="{C64CD54B-7745-4315-9474-2E3A68887A3E}"/>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a:extLst>
                <a:ext uri="{FF2B5EF4-FFF2-40B4-BE49-F238E27FC236}">
                  <a16:creationId xmlns:a16="http://schemas.microsoft.com/office/drawing/2014/main" id="{2185F77F-B09C-4F7E-BA4E-BC872B716ED2}"/>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a:extLst>
                <a:ext uri="{FF2B5EF4-FFF2-40B4-BE49-F238E27FC236}">
                  <a16:creationId xmlns:a16="http://schemas.microsoft.com/office/drawing/2014/main" id="{873FA2D7-AFDE-4EAB-89CB-4733FEA5EC91}"/>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a:extLst>
                <a:ext uri="{FF2B5EF4-FFF2-40B4-BE49-F238E27FC236}">
                  <a16:creationId xmlns:a16="http://schemas.microsoft.com/office/drawing/2014/main" id="{6A73F1AB-FEE3-4C0E-BAD8-265B2B5DCFDC}"/>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a:extLst>
                <a:ext uri="{FF2B5EF4-FFF2-40B4-BE49-F238E27FC236}">
                  <a16:creationId xmlns:a16="http://schemas.microsoft.com/office/drawing/2014/main" id="{ADD2062C-428C-4FA1-AB9B-7CBADD7929B8}"/>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a:extLst>
                <a:ext uri="{FF2B5EF4-FFF2-40B4-BE49-F238E27FC236}">
                  <a16:creationId xmlns:a16="http://schemas.microsoft.com/office/drawing/2014/main" id="{1EC7CDB9-EC35-4EBA-851A-7D8CA601E43D}"/>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a:extLst>
                <a:ext uri="{FF2B5EF4-FFF2-40B4-BE49-F238E27FC236}">
                  <a16:creationId xmlns:a16="http://schemas.microsoft.com/office/drawing/2014/main" id="{E2EDADFF-89D4-47A2-A3EC-7AB6C67ECA86}"/>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a:extLst>
                <a:ext uri="{FF2B5EF4-FFF2-40B4-BE49-F238E27FC236}">
                  <a16:creationId xmlns:a16="http://schemas.microsoft.com/office/drawing/2014/main" id="{9C43C0F9-8B5A-4B62-A8DF-93A9AE979498}"/>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a:extLst>
                <a:ext uri="{FF2B5EF4-FFF2-40B4-BE49-F238E27FC236}">
                  <a16:creationId xmlns:a16="http://schemas.microsoft.com/office/drawing/2014/main" id="{283E3153-3145-48DC-8D8A-0B0E015E2F4B}"/>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a:extLst>
                <a:ext uri="{FF2B5EF4-FFF2-40B4-BE49-F238E27FC236}">
                  <a16:creationId xmlns:a16="http://schemas.microsoft.com/office/drawing/2014/main" id="{18C1DB8B-0CD4-4E3B-B269-7E7DB3523E75}"/>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a:extLst>
                <a:ext uri="{FF2B5EF4-FFF2-40B4-BE49-F238E27FC236}">
                  <a16:creationId xmlns:a16="http://schemas.microsoft.com/office/drawing/2014/main" id="{768B50C2-DA32-43A1-A6E7-C72E69282F10}"/>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a:extLst>
                <a:ext uri="{FF2B5EF4-FFF2-40B4-BE49-F238E27FC236}">
                  <a16:creationId xmlns:a16="http://schemas.microsoft.com/office/drawing/2014/main" id="{3B5B1F2D-7A7F-4928-B67F-DD9EA6463DFE}"/>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椭圆 90">
              <a:extLst>
                <a:ext uri="{FF2B5EF4-FFF2-40B4-BE49-F238E27FC236}">
                  <a16:creationId xmlns:a16="http://schemas.microsoft.com/office/drawing/2014/main" id="{EEA1DD0A-C44B-4834-9371-A9CEC1EF604D}"/>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2" name="直接连接符 91">
              <a:extLst>
                <a:ext uri="{FF2B5EF4-FFF2-40B4-BE49-F238E27FC236}">
                  <a16:creationId xmlns:a16="http://schemas.microsoft.com/office/drawing/2014/main" id="{4322DFC7-B008-4600-B1A1-0A68DE8828D4}"/>
                </a:ext>
              </a:extLst>
            </p:cNvPr>
            <p:cNvCxnSpPr>
              <a:stCxn id="73" idx="6"/>
              <a:endCxn id="91"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FECB77EA-D03A-4361-AF76-E6CB9499F33A}"/>
                </a:ext>
              </a:extLst>
            </p:cNvPr>
            <p:cNvCxnSpPr>
              <a:stCxn id="73" idx="2"/>
              <a:endCxn id="74"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3F32F2D1-988D-4332-B0BF-1F62BBEC403D}"/>
                </a:ext>
              </a:extLst>
            </p:cNvPr>
            <p:cNvCxnSpPr>
              <a:cxnSpLocks/>
              <a:stCxn id="85" idx="3"/>
              <a:endCxn id="73"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6A4B0D9C-BEA8-48D2-A588-3F2BE7BCA47C}"/>
                </a:ext>
              </a:extLst>
            </p:cNvPr>
            <p:cNvCxnSpPr>
              <a:stCxn id="82" idx="5"/>
              <a:endCxn id="79"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A5CA3CA0-C36D-4FA7-85F4-F0A02C54B877}"/>
                </a:ext>
              </a:extLst>
            </p:cNvPr>
            <p:cNvCxnSpPr>
              <a:stCxn id="79" idx="3"/>
              <a:endCxn id="81"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696812B4-1394-4BFF-B422-D58E1B103A6D}"/>
                </a:ext>
              </a:extLst>
            </p:cNvPr>
            <p:cNvCxnSpPr>
              <a:stCxn id="83" idx="4"/>
              <a:endCxn id="79"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8A8D3381-8CB3-41A3-8A8D-0CCD63F13B7B}"/>
                </a:ext>
              </a:extLst>
            </p:cNvPr>
            <p:cNvCxnSpPr>
              <a:stCxn id="86" idx="4"/>
              <a:endCxn id="74"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83514259-906E-4F1D-B3D5-F42D4DA712CC}"/>
                </a:ext>
              </a:extLst>
            </p:cNvPr>
            <p:cNvCxnSpPr>
              <a:stCxn id="89" idx="6"/>
              <a:endCxn id="90"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5B4220D9-B18E-4934-BD91-FD1401F465B4}"/>
                </a:ext>
              </a:extLst>
            </p:cNvPr>
            <p:cNvCxnSpPr>
              <a:stCxn id="78" idx="7"/>
              <a:endCxn id="77"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2D02A6DF-D049-4AEC-8518-CC92E6696A35}"/>
                </a:ext>
              </a:extLst>
            </p:cNvPr>
            <p:cNvCxnSpPr>
              <a:stCxn id="79" idx="6"/>
              <a:endCxn id="78"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48E27FCE-D8C3-42D3-95DD-99A84FA931C0}"/>
                </a:ext>
              </a:extLst>
            </p:cNvPr>
            <p:cNvCxnSpPr>
              <a:stCxn id="86" idx="6"/>
              <a:endCxn id="73"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53897293-D836-49F2-BAC1-26EEF8DFD917}"/>
                </a:ext>
              </a:extLst>
            </p:cNvPr>
            <p:cNvCxnSpPr>
              <a:stCxn id="86" idx="3"/>
              <a:endCxn id="84"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FFD2569B-824D-433E-AA93-1E4B5CC99F2C}"/>
                </a:ext>
              </a:extLst>
            </p:cNvPr>
            <p:cNvCxnSpPr>
              <a:stCxn id="75" idx="3"/>
              <a:endCxn id="76"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E60F4466-763A-4E15-9832-14EBA67E5270}"/>
                </a:ext>
              </a:extLst>
            </p:cNvPr>
            <p:cNvCxnSpPr>
              <a:stCxn id="77" idx="4"/>
              <a:endCxn id="76"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AB080B9D-B4D9-45AE-B19C-69B0EDC82744}"/>
                </a:ext>
              </a:extLst>
            </p:cNvPr>
            <p:cNvCxnSpPr>
              <a:stCxn id="78" idx="5"/>
              <a:endCxn id="76"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1AFA9AD1-4493-4446-BAD7-1830A0140302}"/>
                </a:ext>
              </a:extLst>
            </p:cNvPr>
            <p:cNvCxnSpPr>
              <a:stCxn id="83" idx="6"/>
              <a:endCxn id="78"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D537EAC0-161B-40B1-80EC-15AE8B846633}"/>
                </a:ext>
              </a:extLst>
            </p:cNvPr>
            <p:cNvCxnSpPr>
              <a:stCxn id="87" idx="2"/>
              <a:endCxn id="83"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AF7BDAFC-CE8E-49B2-B65A-59C675A5884F}"/>
                </a:ext>
              </a:extLst>
            </p:cNvPr>
            <p:cNvCxnSpPr>
              <a:stCxn id="86" idx="2"/>
              <a:endCxn id="90"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D8944C6B-0F32-4F53-8D9F-772778DB328F}"/>
                </a:ext>
              </a:extLst>
            </p:cNvPr>
            <p:cNvCxnSpPr>
              <a:cxnSpLocks/>
              <a:stCxn id="85" idx="2"/>
              <a:endCxn id="86"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04BFD29C-4C1D-4EBA-A517-9F4E0121E2C8}"/>
                </a:ext>
              </a:extLst>
            </p:cNvPr>
            <p:cNvCxnSpPr>
              <a:stCxn id="90" idx="5"/>
              <a:endCxn id="84"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E5C057DA-3ED5-4AD1-BDDF-AF9079C0F07C}"/>
                </a:ext>
              </a:extLst>
            </p:cNvPr>
            <p:cNvCxnSpPr>
              <a:stCxn id="87" idx="5"/>
              <a:endCxn id="78"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EF5AF740-C161-49F2-A20D-6BBF22555FE9}"/>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BFD249CB-D739-4597-AEFB-ED5D81FE9262}"/>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496F6AD6-B920-45E5-A150-0F25FCBD4FFE}"/>
                </a:ext>
              </a:extLst>
            </p:cNvPr>
            <p:cNvCxnSpPr>
              <a:stCxn id="75" idx="6"/>
              <a:endCxn id="90"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B24CD7E6-701F-410C-8937-11BEA526E0E9}"/>
                </a:ext>
              </a:extLst>
            </p:cNvPr>
            <p:cNvCxnSpPr>
              <a:stCxn id="75" idx="0"/>
              <a:endCxn id="89"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2AD664E7-1928-459B-87B1-F3E175ED44E5}"/>
                </a:ext>
              </a:extLst>
            </p:cNvPr>
            <p:cNvCxnSpPr>
              <a:stCxn id="75" idx="1"/>
              <a:endCxn id="77"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774F650A-2702-47C2-B9A4-9C5C71B21A63}"/>
                </a:ext>
              </a:extLst>
            </p:cNvPr>
            <p:cNvCxnSpPr>
              <a:endCxn id="77"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6C23FB9B-3CE3-4DBA-BEC9-88B3C006A4E4}"/>
                </a:ext>
              </a:extLst>
            </p:cNvPr>
            <p:cNvCxnSpPr>
              <a:stCxn id="89"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44AEEE34-A2D5-44C9-9248-3056BE01EDDB}"/>
                </a:ext>
              </a:extLst>
            </p:cNvPr>
            <p:cNvCxnSpPr>
              <a:cxnSpLocks/>
              <a:endCxn id="89"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3ACA1D7E-83C2-4B0B-9173-4A7092D8FA02}"/>
                </a:ext>
              </a:extLst>
            </p:cNvPr>
            <p:cNvCxnSpPr>
              <a:stCxn id="82" idx="7"/>
              <a:endCxn id="83"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BB38973A-B77E-4E3F-91B4-EFED61EA8591}"/>
                </a:ext>
              </a:extLst>
            </p:cNvPr>
            <p:cNvCxnSpPr>
              <a:stCxn id="82" idx="0"/>
              <a:endCxn id="88"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339FF751-D4D6-4226-B333-69498A4AA5AF}"/>
                </a:ext>
              </a:extLst>
            </p:cNvPr>
            <p:cNvCxnSpPr>
              <a:stCxn id="83" idx="1"/>
              <a:endCxn id="88"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a:extLst>
                <a:ext uri="{FF2B5EF4-FFF2-40B4-BE49-F238E27FC236}">
                  <a16:creationId xmlns:a16="http://schemas.microsoft.com/office/drawing/2014/main" id="{0895E182-2E14-4002-A0EE-80994E669710}"/>
                </a:ext>
              </a:extLst>
            </p:cNvPr>
            <p:cNvCxnSpPr>
              <a:cxnSpLocks/>
              <a:stCxn id="78"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id="{769BFAA9-34A8-4A5E-BEF1-85D1E7ADFDEF}"/>
                </a:ext>
              </a:extLst>
            </p:cNvPr>
            <p:cNvCxnSpPr>
              <a:cxnSpLocks/>
              <a:stCxn id="87"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1A6F8B03-CBCD-4450-9B9B-CF4BD1305566}"/>
                </a:ext>
              </a:extLst>
            </p:cNvPr>
            <p:cNvCxnSpPr>
              <a:stCxn id="81" idx="0"/>
              <a:endCxn id="82"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DCA3ECFB-8E81-4F8F-8711-39144C3C2B41}"/>
                </a:ext>
              </a:extLst>
            </p:cNvPr>
            <p:cNvCxnSpPr>
              <a:cxnSpLocks/>
              <a:stCxn id="81"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F47B8A72-1C19-4B8C-A62F-2EF233DA7362}"/>
                </a:ext>
              </a:extLst>
            </p:cNvPr>
            <p:cNvCxnSpPr>
              <a:endCxn id="90"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9" name="直接连接符 128">
              <a:extLst>
                <a:ext uri="{FF2B5EF4-FFF2-40B4-BE49-F238E27FC236}">
                  <a16:creationId xmlns:a16="http://schemas.microsoft.com/office/drawing/2014/main" id="{308703E1-A490-4418-9CB3-73D187FD2D79}"/>
                </a:ext>
              </a:extLst>
            </p:cNvPr>
            <p:cNvCxnSpPr>
              <a:stCxn id="74" idx="3"/>
              <a:endCxn id="84"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BE40DEB4-A593-4937-84D9-12693ED9F155}"/>
                </a:ext>
              </a:extLst>
            </p:cNvPr>
            <p:cNvCxnSpPr>
              <a:cxnSpLocks/>
              <a:endCxn id="91"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543BF644-F6E7-493A-B20F-BB4C13D992ED}"/>
                </a:ext>
              </a:extLst>
            </p:cNvPr>
            <p:cNvCxnSpPr>
              <a:cxnSpLocks/>
              <a:stCxn id="86"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132" name="直接连接符 131">
              <a:extLst>
                <a:ext uri="{FF2B5EF4-FFF2-40B4-BE49-F238E27FC236}">
                  <a16:creationId xmlns:a16="http://schemas.microsoft.com/office/drawing/2014/main" id="{EF8C5D9B-D8CE-4135-8297-E6B0C7A31165}"/>
                </a:ext>
              </a:extLst>
            </p:cNvPr>
            <p:cNvCxnSpPr>
              <a:stCxn id="88"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133" name="直接连接符 132">
              <a:extLst>
                <a:ext uri="{FF2B5EF4-FFF2-40B4-BE49-F238E27FC236}">
                  <a16:creationId xmlns:a16="http://schemas.microsoft.com/office/drawing/2014/main" id="{07DE3EF8-5DD0-4312-9798-8FE2DEEED6EE}"/>
                </a:ext>
              </a:extLst>
            </p:cNvPr>
            <p:cNvCxnSpPr>
              <a:stCxn id="91"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grpSp>
      <p:grpSp>
        <p:nvGrpSpPr>
          <p:cNvPr id="8" name="组合 7">
            <a:extLst>
              <a:ext uri="{FF2B5EF4-FFF2-40B4-BE49-F238E27FC236}">
                <a16:creationId xmlns:a16="http://schemas.microsoft.com/office/drawing/2014/main" id="{7A3947A1-486F-4CA5-B6FE-99E859380C87}"/>
              </a:ext>
            </a:extLst>
          </p:cNvPr>
          <p:cNvGrpSpPr/>
          <p:nvPr userDrawn="1"/>
        </p:nvGrpSpPr>
        <p:grpSpPr>
          <a:xfrm>
            <a:off x="-14417" y="-36940"/>
            <a:ext cx="7711084" cy="941457"/>
            <a:chOff x="-14417" y="-36940"/>
            <a:chExt cx="7711084" cy="941457"/>
          </a:xfrm>
        </p:grpSpPr>
        <p:sp>
          <p:nvSpPr>
            <p:cNvPr id="11" name="椭圆 10">
              <a:extLst>
                <a:ext uri="{FF2B5EF4-FFF2-40B4-BE49-F238E27FC236}">
                  <a16:creationId xmlns:a16="http://schemas.microsoft.com/office/drawing/2014/main" id="{1E70C58A-5A85-4832-B6D7-16830C470707}"/>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DC82F87F-1BF8-46C1-A5E3-DA3CF824850F}"/>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614CD21A-C39D-4795-83CD-774FD349585D}"/>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EB2837F6-1D7D-46DA-8111-809E9C8B0A67}"/>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01AB2BC1-E267-4710-B496-D53DA744DE3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6E02D594-6540-4CD5-9CDE-9001117B20E9}"/>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D7450177-3DC4-4063-9A91-85BDBC7A780E}"/>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CB691F92-4285-438C-8B71-569CDBA913BC}"/>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07D649CF-34AF-43C0-80EE-504F388BEB1A}"/>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6C3BC982-0A71-4DAD-AC1C-2DEA049913C3}"/>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177E03B8-1E2B-4537-A018-26391B9575C4}"/>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1592E938-A3ED-44EC-93E9-1785BE2E4EDD}"/>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CDCEBC96-4EF5-41F1-9446-466FFB5DC9CD}"/>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B0785AE5-CD30-41AA-ACB0-765EB9154018}"/>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4F9C78BD-7254-43D0-B63D-81A0C10A2BC2}"/>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200D9AED-3611-4A19-A09B-53C3B2A2818F}"/>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A6F858B9-2052-4F86-BC88-E78AD36ED096}"/>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6BCFA25F-2B9D-4F6E-B38B-19F53F45D1CF}"/>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a:extLst>
                <a:ext uri="{FF2B5EF4-FFF2-40B4-BE49-F238E27FC236}">
                  <a16:creationId xmlns:a16="http://schemas.microsoft.com/office/drawing/2014/main" id="{EF57988D-049C-4D78-A536-99EC4D0BAB04}"/>
                </a:ext>
              </a:extLst>
            </p:cNvPr>
            <p:cNvCxnSpPr>
              <a:stCxn id="11" idx="6"/>
              <a:endCxn id="28"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F3D42FA-2034-4BBA-AFD3-B3C0A5A65D39}"/>
                </a:ext>
              </a:extLst>
            </p:cNvPr>
            <p:cNvCxnSpPr>
              <a:stCxn id="11" idx="2"/>
              <a:endCxn id="12"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0B24ED17-C590-4CB2-B1A4-6D7EC6DCA772}"/>
                </a:ext>
              </a:extLst>
            </p:cNvPr>
            <p:cNvCxnSpPr>
              <a:cxnSpLocks/>
              <a:stCxn id="22" idx="3"/>
              <a:endCxn id="11"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99834F15-9349-468B-B5E5-8659E935A5A2}"/>
                </a:ext>
              </a:extLst>
            </p:cNvPr>
            <p:cNvCxnSpPr>
              <a:stCxn id="19" idx="5"/>
              <a:endCxn id="17"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A336D1BB-3A65-4649-9B52-09502722C357}"/>
                </a:ext>
              </a:extLst>
            </p:cNvPr>
            <p:cNvCxnSpPr>
              <a:stCxn id="17" idx="3"/>
              <a:endCxn id="18"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830AE0D1-FDFD-46A6-829E-66306B877083}"/>
                </a:ext>
              </a:extLst>
            </p:cNvPr>
            <p:cNvCxnSpPr>
              <a:stCxn id="20" idx="4"/>
              <a:endCxn id="17"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6AA5C445-D90A-4189-A07F-D15BA880046F}"/>
                </a:ext>
              </a:extLst>
            </p:cNvPr>
            <p:cNvCxnSpPr>
              <a:stCxn id="23" idx="4"/>
              <a:endCxn id="12"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0F8A100-95DF-45C4-A02E-0C8C46B4314C}"/>
                </a:ext>
              </a:extLst>
            </p:cNvPr>
            <p:cNvCxnSpPr>
              <a:stCxn id="26" idx="6"/>
              <a:endCxn id="27"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DDDB52B-FF38-4869-8A0D-494CE5550BDB}"/>
                </a:ext>
              </a:extLst>
            </p:cNvPr>
            <p:cNvCxnSpPr>
              <a:stCxn id="16" idx="7"/>
              <a:endCxn id="15"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F63548ED-507F-4F3D-836C-81039DF3B1E7}"/>
                </a:ext>
              </a:extLst>
            </p:cNvPr>
            <p:cNvCxnSpPr>
              <a:stCxn id="17" idx="6"/>
              <a:endCxn id="16"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719E4C08-CB97-4EC4-A528-10913EA80E69}"/>
                </a:ext>
              </a:extLst>
            </p:cNvPr>
            <p:cNvCxnSpPr>
              <a:stCxn id="23" idx="6"/>
              <a:endCxn id="11"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1511854-D175-4227-8D60-EBAF0717F6DD}"/>
                </a:ext>
              </a:extLst>
            </p:cNvPr>
            <p:cNvCxnSpPr>
              <a:stCxn id="23" idx="3"/>
              <a:endCxn id="21"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76E4B19-9F97-4F83-AA6D-5A8CBE468573}"/>
                </a:ext>
              </a:extLst>
            </p:cNvPr>
            <p:cNvCxnSpPr>
              <a:stCxn id="13" idx="3"/>
              <a:endCxn id="14"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57A9D0DD-9F1B-4A1A-B7F1-B6E664603E79}"/>
                </a:ext>
              </a:extLst>
            </p:cNvPr>
            <p:cNvCxnSpPr>
              <a:stCxn id="15" idx="4"/>
              <a:endCxn id="14"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C284FBF-DF36-40EF-86F6-16AC04A270E2}"/>
                </a:ext>
              </a:extLst>
            </p:cNvPr>
            <p:cNvCxnSpPr>
              <a:stCxn id="16" idx="5"/>
              <a:endCxn id="14"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1383EE05-8E61-4A85-A91D-D1417FCC1D5F}"/>
                </a:ext>
              </a:extLst>
            </p:cNvPr>
            <p:cNvCxnSpPr>
              <a:stCxn id="20" idx="6"/>
              <a:endCxn id="16"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8A049FF-C96C-460A-B2CD-FFC3F6D73658}"/>
                </a:ext>
              </a:extLst>
            </p:cNvPr>
            <p:cNvCxnSpPr>
              <a:stCxn id="24" idx="2"/>
              <a:endCxn id="20"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706D5248-8E0C-47C8-A71F-38D641918AF8}"/>
                </a:ext>
              </a:extLst>
            </p:cNvPr>
            <p:cNvCxnSpPr>
              <a:stCxn id="23" idx="2"/>
              <a:endCxn id="27"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ADAE38AF-A576-42C8-8850-5F9F0F06D3FA}"/>
                </a:ext>
              </a:extLst>
            </p:cNvPr>
            <p:cNvCxnSpPr>
              <a:cxnSpLocks/>
              <a:stCxn id="22" idx="2"/>
              <a:endCxn id="23"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6B8FE99F-F5FC-4420-B37A-75F109AE28D7}"/>
                </a:ext>
              </a:extLst>
            </p:cNvPr>
            <p:cNvCxnSpPr>
              <a:stCxn id="27" idx="5"/>
              <a:endCxn id="21"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5EA1E4D-310E-4749-B60D-9B05C967D9B0}"/>
                </a:ext>
              </a:extLst>
            </p:cNvPr>
            <p:cNvCxnSpPr>
              <a:stCxn id="24" idx="5"/>
              <a:endCxn id="16"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F1EBD42-7758-4DD4-B8E1-8C41CBFEDC0F}"/>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DB5DFAE-307D-4F16-BF3B-C5F160B3D503}"/>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18921FA-0CC5-4DF5-B3EC-CB661C7EB6BB}"/>
                </a:ext>
              </a:extLst>
            </p:cNvPr>
            <p:cNvCxnSpPr>
              <a:stCxn id="13" idx="6"/>
              <a:endCxn id="27"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95C4407-68F4-456A-A554-50261B51366A}"/>
                </a:ext>
              </a:extLst>
            </p:cNvPr>
            <p:cNvCxnSpPr>
              <a:stCxn id="13" idx="0"/>
              <a:endCxn id="26"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92379BE-F813-4A7D-8340-42365B6A55DA}"/>
                </a:ext>
              </a:extLst>
            </p:cNvPr>
            <p:cNvCxnSpPr>
              <a:stCxn id="13" idx="1"/>
              <a:endCxn id="15"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C25CA83-739A-45BB-9832-DEE30BADFDB4}"/>
                </a:ext>
              </a:extLst>
            </p:cNvPr>
            <p:cNvCxnSpPr>
              <a:endCxn id="15"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3E807B79-5434-4949-8936-50FCA93E0E43}"/>
                </a:ext>
              </a:extLst>
            </p:cNvPr>
            <p:cNvCxnSpPr>
              <a:stCxn id="26"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728192E-902E-423E-B8CF-43B2D5A20881}"/>
                </a:ext>
              </a:extLst>
            </p:cNvPr>
            <p:cNvCxnSpPr>
              <a:cxnSpLocks/>
              <a:endCxn id="26"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6CB4E7A-44DB-4A64-93F2-BB06DBC99A07}"/>
                </a:ext>
              </a:extLst>
            </p:cNvPr>
            <p:cNvCxnSpPr>
              <a:stCxn id="19" idx="7"/>
              <a:endCxn id="20"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EDBE1156-FDC8-4DE2-B587-33F0C37EFB69}"/>
                </a:ext>
              </a:extLst>
            </p:cNvPr>
            <p:cNvCxnSpPr>
              <a:stCxn id="19" idx="0"/>
              <a:endCxn id="25"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F0E83090-2481-476D-ACEF-A67D7B5914B7}"/>
                </a:ext>
              </a:extLst>
            </p:cNvPr>
            <p:cNvCxnSpPr>
              <a:stCxn id="20" idx="1"/>
              <a:endCxn id="25"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B1DAAC1-BA9B-409D-970B-A5D12C8596EA}"/>
                </a:ext>
              </a:extLst>
            </p:cNvPr>
            <p:cNvCxnSpPr>
              <a:cxnSpLocks/>
              <a:stCxn id="16"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7500C3F-46B3-4B5C-9EC2-A1949BC93DC9}"/>
                </a:ext>
              </a:extLst>
            </p:cNvPr>
            <p:cNvCxnSpPr>
              <a:cxnSpLocks/>
              <a:stCxn id="24"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88F8415-9756-402F-BE52-8D940D473116}"/>
                </a:ext>
              </a:extLst>
            </p:cNvPr>
            <p:cNvCxnSpPr>
              <a:stCxn id="18" idx="0"/>
              <a:endCxn id="19"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20BA3FF9-1E96-463A-BBE8-7EC376F780F2}"/>
                </a:ext>
              </a:extLst>
            </p:cNvPr>
            <p:cNvCxnSpPr>
              <a:cxnSpLocks/>
              <a:stCxn id="18"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5853B213-278D-402D-B8CB-B123C2391C51}"/>
                </a:ext>
              </a:extLst>
            </p:cNvPr>
            <p:cNvCxnSpPr>
              <a:endCxn id="27"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7998B8E8-1748-4FD0-8836-FD7CD490892E}"/>
                </a:ext>
              </a:extLst>
            </p:cNvPr>
            <p:cNvCxnSpPr>
              <a:stCxn id="12" idx="3"/>
              <a:endCxn id="21"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EDA45374-C937-4FE7-A5B2-17A39F48B82B}"/>
                </a:ext>
              </a:extLst>
            </p:cNvPr>
            <p:cNvCxnSpPr>
              <a:cxnSpLocks/>
              <a:endCxn id="28"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B6B7628-4AF9-4E43-B218-328CB255493B}"/>
                </a:ext>
              </a:extLst>
            </p:cNvPr>
            <p:cNvCxnSpPr>
              <a:cxnSpLocks/>
              <a:stCxn id="23"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72" name="直接连接符 71">
              <a:extLst>
                <a:ext uri="{FF2B5EF4-FFF2-40B4-BE49-F238E27FC236}">
                  <a16:creationId xmlns:a16="http://schemas.microsoft.com/office/drawing/2014/main" id="{14CAEE0F-D202-4D7A-AAC0-A5409DD85BF2}"/>
                </a:ext>
              </a:extLst>
            </p:cNvPr>
            <p:cNvCxnSpPr>
              <a:stCxn id="25"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80" name="直接连接符 79">
              <a:extLst>
                <a:ext uri="{FF2B5EF4-FFF2-40B4-BE49-F238E27FC236}">
                  <a16:creationId xmlns:a16="http://schemas.microsoft.com/office/drawing/2014/main" id="{028D3624-D8D9-4963-B1CD-9EB136A70384}"/>
                </a:ext>
              </a:extLst>
            </p:cNvPr>
            <p:cNvCxnSpPr>
              <a:stCxn id="28"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grpSp>
      <p:sp>
        <p:nvSpPr>
          <p:cNvPr id="6" name="Freeform 25">
            <a:extLst>
              <a:ext uri="{FF2B5EF4-FFF2-40B4-BE49-F238E27FC236}">
                <a16:creationId xmlns:a16="http://schemas.microsoft.com/office/drawing/2014/main" id="{38B69EE1-BCFE-4371-B597-971E0649EC0B}"/>
              </a:ext>
            </a:extLst>
          </p:cNvPr>
          <p:cNvSpPr>
            <a:spLocks noChangeArrowheads="1"/>
          </p:cNvSpPr>
          <p:nvPr userDrawn="1"/>
        </p:nvSpPr>
        <p:spPr bwMode="auto">
          <a:xfrm>
            <a:off x="11116689" y="136525"/>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IBM Plex Sans Light" panose="020B0403050203000203" pitchFamily="34" charset="0"/>
              <a:sym typeface="Exo 2 Light" panose="00000400000000000000" pitchFamily="50" charset="0"/>
            </a:endParaRPr>
          </a:p>
        </p:txBody>
      </p:sp>
      <p:sp>
        <p:nvSpPr>
          <p:cNvPr id="7" name="TextBox 26">
            <a:extLst>
              <a:ext uri="{FF2B5EF4-FFF2-40B4-BE49-F238E27FC236}">
                <a16:creationId xmlns:a16="http://schemas.microsoft.com/office/drawing/2014/main" id="{7D80F13B-F800-4F65-9D06-0B1624B47232}"/>
              </a:ext>
            </a:extLst>
          </p:cNvPr>
          <p:cNvSpPr txBox="1"/>
          <p:nvPr userDrawn="1"/>
        </p:nvSpPr>
        <p:spPr>
          <a:xfrm>
            <a:off x="8110205" y="217993"/>
            <a:ext cx="3001143" cy="469359"/>
          </a:xfrm>
          <a:prstGeom prst="rect">
            <a:avLst/>
          </a:prstGeom>
          <a:noFill/>
        </p:spPr>
        <p:txBody>
          <a:bodyPr wrap="none" rtlCol="0">
            <a:spAutoFit/>
          </a:bodyPr>
          <a:lstStyle/>
          <a:p>
            <a:pPr algn="r"/>
            <a:r>
              <a:rPr lang="zh-CN" altLang="en-US" sz="1400" b="1" kern="1200" dirty="0">
                <a:solidFill>
                  <a:schemeClr val="tx1">
                    <a:lumMod val="75000"/>
                    <a:lumOff val="25000"/>
                  </a:schemeClr>
                </a:solidFill>
                <a:latin typeface="微软雅黑" panose="020B0503020204020204" pitchFamily="34" charset="-122"/>
                <a:ea typeface="微软雅黑" panose="020B0503020204020204" pitchFamily="34" charset="-122"/>
                <a:cs typeface="Exo 2 Thin" charset="0"/>
                <a:sym typeface="Exo 2 Light" panose="00000400000000000000" pitchFamily="50" charset="0"/>
              </a:rPr>
              <a:t>广播信道</a:t>
            </a:r>
            <a:endParaRPr lang="en-US" altLang="zh-CN" sz="1400" b="1" kern="1200" dirty="0">
              <a:solidFill>
                <a:schemeClr val="tx1">
                  <a:lumMod val="75000"/>
                  <a:lumOff val="25000"/>
                </a:schemeClr>
              </a:solidFill>
              <a:latin typeface="微软雅黑" panose="020B0503020204020204" pitchFamily="34" charset="-122"/>
              <a:ea typeface="微软雅黑" panose="020B0503020204020204" pitchFamily="34" charset="-122"/>
              <a:cs typeface="Exo 2 Thin" charset="0"/>
              <a:sym typeface="Exo 2 Light" panose="00000400000000000000" pitchFamily="50" charset="0"/>
            </a:endParaRPr>
          </a:p>
          <a:p>
            <a:pPr algn="r"/>
            <a:r>
              <a:rPr lang="en-US" altLang="zh-CN"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rPr>
              <a:t>broadcasting channel</a:t>
            </a:r>
            <a:endParaRPr lang="en-US"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endParaRPr>
          </a:p>
        </p:txBody>
      </p:sp>
      <p:sp>
        <p:nvSpPr>
          <p:cNvPr id="2" name="矩形 1">
            <a:extLst>
              <a:ext uri="{FF2B5EF4-FFF2-40B4-BE49-F238E27FC236}">
                <a16:creationId xmlns:a16="http://schemas.microsoft.com/office/drawing/2014/main" id="{C0291C21-5CD9-4C0A-A1F9-B35A9D1269FC}"/>
              </a:ext>
            </a:extLst>
          </p:cNvPr>
          <p:cNvSpPr/>
          <p:nvPr userDrawn="1"/>
        </p:nvSpPr>
        <p:spPr>
          <a:xfrm>
            <a:off x="695834" y="1032229"/>
            <a:ext cx="10800000" cy="5040000"/>
          </a:xfrm>
          <a:prstGeom prst="rect">
            <a:avLst/>
          </a:prstGeom>
          <a:solidFill>
            <a:schemeClr val="bg1"/>
          </a:solidFill>
          <a:ln>
            <a:solidFill>
              <a:schemeClr val="bg1">
                <a:lumMod val="95000"/>
              </a:schemeClr>
            </a:solidFill>
          </a:ln>
          <a:effectLst>
            <a:outerShdw blurRad="508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占位符 8">
            <a:extLst>
              <a:ext uri="{FF2B5EF4-FFF2-40B4-BE49-F238E27FC236}">
                <a16:creationId xmlns:a16="http://schemas.microsoft.com/office/drawing/2014/main" id="{9688E790-5753-47AE-9AE4-065DB60D20A1}"/>
              </a:ext>
            </a:extLst>
          </p:cNvPr>
          <p:cNvSpPr>
            <a:spLocks noGrp="1"/>
          </p:cNvSpPr>
          <p:nvPr>
            <p:ph type="body" sz="quarter" idx="13" hasCustomPrompt="1"/>
          </p:nvPr>
        </p:nvSpPr>
        <p:spPr>
          <a:xfrm>
            <a:off x="695466" y="672447"/>
            <a:ext cx="3286125" cy="542516"/>
          </a:xfrm>
          <a:solidFill>
            <a:schemeClr val="accent2">
              <a:lumMod val="75000"/>
            </a:schemeClr>
          </a:solidFill>
          <a:ln>
            <a:solidFill>
              <a:schemeClr val="accent2">
                <a:lumMod val="50000"/>
              </a:schemeClr>
            </a:solidFill>
          </a:ln>
        </p:spPr>
        <p:txBody>
          <a:bodyPr anchor="ctr" anchorCtr="0"/>
          <a:lstStyle>
            <a:lvl1pPr marL="0" indent="0" algn="ctr">
              <a:buNone/>
              <a:defRPr>
                <a:solidFill>
                  <a:schemeClr val="bg1"/>
                </a:solidFill>
                <a:latin typeface="微软雅黑" panose="020B0503020204020204" pitchFamily="34" charset="-122"/>
                <a:ea typeface="微软雅黑" panose="020B0503020204020204" pitchFamily="34" charset="-122"/>
              </a:defRPr>
            </a:lvl1pPr>
            <a:lvl2pPr marL="457200" indent="0">
              <a:buNone/>
              <a:defRPr>
                <a:latin typeface="微软雅黑" panose="020B0503020204020204" pitchFamily="34" charset="-122"/>
                <a:ea typeface="微软雅黑" panose="020B0503020204020204" pitchFamily="34" charset="-122"/>
              </a:defRPr>
            </a:lvl2pPr>
            <a:lvl3pPr marL="914400" indent="0">
              <a:buNone/>
              <a:defRPr>
                <a:latin typeface="微软雅黑" panose="020B0503020204020204" pitchFamily="34" charset="-122"/>
                <a:ea typeface="微软雅黑" panose="020B0503020204020204" pitchFamily="34" charset="-122"/>
              </a:defRPr>
            </a:lvl3pPr>
            <a:lvl4pPr marL="1371600" indent="0">
              <a:buNone/>
              <a:defRPr>
                <a:latin typeface="微软雅黑" panose="020B0503020204020204" pitchFamily="34" charset="-122"/>
                <a:ea typeface="微软雅黑" panose="020B0503020204020204" pitchFamily="34" charset="-122"/>
              </a:defRPr>
            </a:lvl4pPr>
            <a:lvl5pPr marL="1828800" indent="0">
              <a:buNone/>
              <a:defRPr>
                <a:latin typeface="微软雅黑" panose="020B0503020204020204" pitchFamily="34" charset="-122"/>
                <a:ea typeface="微软雅黑" panose="020B0503020204020204" pitchFamily="34" charset="-122"/>
              </a:defRPr>
            </a:lvl5pPr>
          </a:lstStyle>
          <a:p>
            <a:pPr lvl="0"/>
            <a:r>
              <a:rPr lang="zh-CN" altLang="en-US" dirty="0"/>
              <a:t>版文本样式</a:t>
            </a:r>
          </a:p>
        </p:txBody>
      </p:sp>
      <p:sp>
        <p:nvSpPr>
          <p:cNvPr id="9" name="直角三角形 8">
            <a:extLst>
              <a:ext uri="{FF2B5EF4-FFF2-40B4-BE49-F238E27FC236}">
                <a16:creationId xmlns:a16="http://schemas.microsoft.com/office/drawing/2014/main" id="{27E6DB47-D228-4E26-9861-0E71F9A9A745}"/>
              </a:ext>
            </a:extLst>
          </p:cNvPr>
          <p:cNvSpPr>
            <a:spLocks/>
          </p:cNvSpPr>
          <p:nvPr userDrawn="1"/>
        </p:nvSpPr>
        <p:spPr>
          <a:xfrm>
            <a:off x="3981591" y="672447"/>
            <a:ext cx="252000" cy="360000"/>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文本占位符 133">
            <a:extLst>
              <a:ext uri="{FF2B5EF4-FFF2-40B4-BE49-F238E27FC236}">
                <a16:creationId xmlns:a16="http://schemas.microsoft.com/office/drawing/2014/main" id="{3EBCDB5B-3F3E-4709-B577-13F4D54A3390}"/>
              </a:ext>
            </a:extLst>
          </p:cNvPr>
          <p:cNvSpPr>
            <a:spLocks noGrp="1"/>
          </p:cNvSpPr>
          <p:nvPr>
            <p:ph type="body" sz="quarter" idx="15"/>
          </p:nvPr>
        </p:nvSpPr>
        <p:spPr>
          <a:xfrm>
            <a:off x="695466" y="6255764"/>
            <a:ext cx="8345771" cy="313932"/>
          </a:xfrm>
        </p:spPr>
        <p:txBody>
          <a:bodyPr anchor="ctr" anchorCtr="0">
            <a:spAutoFit/>
          </a:bodyPr>
          <a:lstStyle>
            <a:lvl1pPr marL="0" indent="0">
              <a:buNone/>
              <a:defRPr sz="1600">
                <a:latin typeface="微软雅黑 Light" panose="020B0502040204020203" pitchFamily="34" charset="-122"/>
                <a:ea typeface="微软雅黑 Light" panose="020B0502040204020203" pitchFamily="34" charset="-122"/>
              </a:defRPr>
            </a:lvl1pPr>
            <a:lvl2pPr marL="457200" indent="0">
              <a:buNone/>
              <a:defRPr sz="1600">
                <a:latin typeface="微软雅黑 Light" panose="020B0502040204020203" pitchFamily="34" charset="-122"/>
                <a:ea typeface="微软雅黑 Light" panose="020B0502040204020203" pitchFamily="34" charset="-122"/>
              </a:defRPr>
            </a:lvl2pPr>
            <a:lvl3pPr marL="914400" indent="0">
              <a:buNone/>
              <a:defRPr sz="1600">
                <a:latin typeface="微软雅黑 Light" panose="020B0502040204020203" pitchFamily="34" charset="-122"/>
                <a:ea typeface="微软雅黑 Light" panose="020B0502040204020203" pitchFamily="34" charset="-122"/>
              </a:defRPr>
            </a:lvl3pPr>
            <a:lvl4pPr marL="1371600" indent="0">
              <a:buNone/>
              <a:defRPr sz="1600">
                <a:latin typeface="微软雅黑 Light" panose="020B0502040204020203" pitchFamily="34" charset="-122"/>
                <a:ea typeface="微软雅黑 Light" panose="020B0502040204020203" pitchFamily="34" charset="-122"/>
              </a:defRPr>
            </a:lvl4pPr>
            <a:lvl5pPr marL="1828800" indent="0">
              <a:buNone/>
              <a:defRPr sz="1600">
                <a:latin typeface="微软雅黑 Light" panose="020B0502040204020203" pitchFamily="34" charset="-122"/>
                <a:ea typeface="微软雅黑 Light" panose="020B0502040204020203" pitchFamily="34" charset="-122"/>
              </a:defRPr>
            </a:lvl5pPr>
          </a:lstStyle>
          <a:p>
            <a:pPr lvl="0"/>
            <a:r>
              <a:rPr lang="zh-CN" altLang="en-US" dirty="0"/>
              <a:t>单击此处编辑母版文本样式</a:t>
            </a:r>
          </a:p>
        </p:txBody>
      </p:sp>
      <p:sp>
        <p:nvSpPr>
          <p:cNvPr id="135" name="文本占位符 67">
            <a:extLst>
              <a:ext uri="{FF2B5EF4-FFF2-40B4-BE49-F238E27FC236}">
                <a16:creationId xmlns:a16="http://schemas.microsoft.com/office/drawing/2014/main" id="{2C23B259-61CE-4B3B-9A1E-46864DF97279}"/>
              </a:ext>
            </a:extLst>
          </p:cNvPr>
          <p:cNvSpPr>
            <a:spLocks noGrp="1"/>
          </p:cNvSpPr>
          <p:nvPr>
            <p:ph type="body" sz="quarter" idx="14"/>
          </p:nvPr>
        </p:nvSpPr>
        <p:spPr>
          <a:xfrm>
            <a:off x="1148460" y="1510985"/>
            <a:ext cx="9962887" cy="4115817"/>
          </a:xfrm>
        </p:spPr>
        <p:txBody>
          <a:bodyPr>
            <a:normAutofit/>
          </a:bodyPr>
          <a:lstStyle>
            <a:lvl1pPr marL="0" indent="0" algn="just">
              <a:buNone/>
              <a:defRPr sz="1800">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单击此处编辑母版文本样式</a:t>
            </a:r>
          </a:p>
        </p:txBody>
      </p:sp>
    </p:spTree>
    <p:extLst>
      <p:ext uri="{BB962C8B-B14F-4D97-AF65-F5344CB8AC3E}">
        <p14:creationId xmlns:p14="http://schemas.microsoft.com/office/powerpoint/2010/main" val="11059453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SMA/CD">
    <p:spTree>
      <p:nvGrpSpPr>
        <p:cNvPr id="1" name=""/>
        <p:cNvGrpSpPr/>
        <p:nvPr/>
      </p:nvGrpSpPr>
      <p:grpSpPr>
        <a:xfrm>
          <a:off x="0" y="0"/>
          <a:ext cx="0" cy="0"/>
          <a:chOff x="0" y="0"/>
          <a:chExt cx="0" cy="0"/>
        </a:xfrm>
      </p:grpSpPr>
      <p:grpSp>
        <p:nvGrpSpPr>
          <p:cNvPr id="71" name="组合 70">
            <a:extLst>
              <a:ext uri="{FF2B5EF4-FFF2-40B4-BE49-F238E27FC236}">
                <a16:creationId xmlns:a16="http://schemas.microsoft.com/office/drawing/2014/main" id="{4853EB39-1972-4926-BCF3-53CA2572EE96}"/>
              </a:ext>
            </a:extLst>
          </p:cNvPr>
          <p:cNvGrpSpPr/>
          <p:nvPr userDrawn="1"/>
        </p:nvGrpSpPr>
        <p:grpSpPr>
          <a:xfrm rot="10800000">
            <a:off x="4480916" y="5916542"/>
            <a:ext cx="7711084" cy="941457"/>
            <a:chOff x="-14417" y="-36940"/>
            <a:chExt cx="7711084" cy="941457"/>
          </a:xfrm>
        </p:grpSpPr>
        <p:sp>
          <p:nvSpPr>
            <p:cNvPr id="73" name="椭圆 72">
              <a:extLst>
                <a:ext uri="{FF2B5EF4-FFF2-40B4-BE49-F238E27FC236}">
                  <a16:creationId xmlns:a16="http://schemas.microsoft.com/office/drawing/2014/main" id="{586FC6A5-CFC2-4BFC-8615-1886BBD6F6E3}"/>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a:extLst>
                <a:ext uri="{FF2B5EF4-FFF2-40B4-BE49-F238E27FC236}">
                  <a16:creationId xmlns:a16="http://schemas.microsoft.com/office/drawing/2014/main" id="{5FD73008-DFCA-44CD-B4F9-98977CB90FBB}"/>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a:extLst>
                <a:ext uri="{FF2B5EF4-FFF2-40B4-BE49-F238E27FC236}">
                  <a16:creationId xmlns:a16="http://schemas.microsoft.com/office/drawing/2014/main" id="{F59E1D3C-94FD-4D80-9B38-68D47CF009A6}"/>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a:extLst>
                <a:ext uri="{FF2B5EF4-FFF2-40B4-BE49-F238E27FC236}">
                  <a16:creationId xmlns:a16="http://schemas.microsoft.com/office/drawing/2014/main" id="{CFE1A8B1-E014-4C65-A503-EFD28F5B59D2}"/>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a:extLst>
                <a:ext uri="{FF2B5EF4-FFF2-40B4-BE49-F238E27FC236}">
                  <a16:creationId xmlns:a16="http://schemas.microsoft.com/office/drawing/2014/main" id="{68742283-9AEC-41D3-8027-C9F5A35625B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a:extLst>
                <a:ext uri="{FF2B5EF4-FFF2-40B4-BE49-F238E27FC236}">
                  <a16:creationId xmlns:a16="http://schemas.microsoft.com/office/drawing/2014/main" id="{C64CD54B-7745-4315-9474-2E3A68887A3E}"/>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a:extLst>
                <a:ext uri="{FF2B5EF4-FFF2-40B4-BE49-F238E27FC236}">
                  <a16:creationId xmlns:a16="http://schemas.microsoft.com/office/drawing/2014/main" id="{2185F77F-B09C-4F7E-BA4E-BC872B716ED2}"/>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a:extLst>
                <a:ext uri="{FF2B5EF4-FFF2-40B4-BE49-F238E27FC236}">
                  <a16:creationId xmlns:a16="http://schemas.microsoft.com/office/drawing/2014/main" id="{873FA2D7-AFDE-4EAB-89CB-4733FEA5EC91}"/>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a:extLst>
                <a:ext uri="{FF2B5EF4-FFF2-40B4-BE49-F238E27FC236}">
                  <a16:creationId xmlns:a16="http://schemas.microsoft.com/office/drawing/2014/main" id="{6A73F1AB-FEE3-4C0E-BAD8-265B2B5DCFDC}"/>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a:extLst>
                <a:ext uri="{FF2B5EF4-FFF2-40B4-BE49-F238E27FC236}">
                  <a16:creationId xmlns:a16="http://schemas.microsoft.com/office/drawing/2014/main" id="{ADD2062C-428C-4FA1-AB9B-7CBADD7929B8}"/>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a:extLst>
                <a:ext uri="{FF2B5EF4-FFF2-40B4-BE49-F238E27FC236}">
                  <a16:creationId xmlns:a16="http://schemas.microsoft.com/office/drawing/2014/main" id="{1EC7CDB9-EC35-4EBA-851A-7D8CA601E43D}"/>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a:extLst>
                <a:ext uri="{FF2B5EF4-FFF2-40B4-BE49-F238E27FC236}">
                  <a16:creationId xmlns:a16="http://schemas.microsoft.com/office/drawing/2014/main" id="{E2EDADFF-89D4-47A2-A3EC-7AB6C67ECA86}"/>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a:extLst>
                <a:ext uri="{FF2B5EF4-FFF2-40B4-BE49-F238E27FC236}">
                  <a16:creationId xmlns:a16="http://schemas.microsoft.com/office/drawing/2014/main" id="{9C43C0F9-8B5A-4B62-A8DF-93A9AE979498}"/>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a:extLst>
                <a:ext uri="{FF2B5EF4-FFF2-40B4-BE49-F238E27FC236}">
                  <a16:creationId xmlns:a16="http://schemas.microsoft.com/office/drawing/2014/main" id="{283E3153-3145-48DC-8D8A-0B0E015E2F4B}"/>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a:extLst>
                <a:ext uri="{FF2B5EF4-FFF2-40B4-BE49-F238E27FC236}">
                  <a16:creationId xmlns:a16="http://schemas.microsoft.com/office/drawing/2014/main" id="{18C1DB8B-0CD4-4E3B-B269-7E7DB3523E75}"/>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a:extLst>
                <a:ext uri="{FF2B5EF4-FFF2-40B4-BE49-F238E27FC236}">
                  <a16:creationId xmlns:a16="http://schemas.microsoft.com/office/drawing/2014/main" id="{768B50C2-DA32-43A1-A6E7-C72E69282F10}"/>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a:extLst>
                <a:ext uri="{FF2B5EF4-FFF2-40B4-BE49-F238E27FC236}">
                  <a16:creationId xmlns:a16="http://schemas.microsoft.com/office/drawing/2014/main" id="{3B5B1F2D-7A7F-4928-B67F-DD9EA6463DFE}"/>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椭圆 90">
              <a:extLst>
                <a:ext uri="{FF2B5EF4-FFF2-40B4-BE49-F238E27FC236}">
                  <a16:creationId xmlns:a16="http://schemas.microsoft.com/office/drawing/2014/main" id="{EEA1DD0A-C44B-4834-9371-A9CEC1EF604D}"/>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2" name="直接连接符 91">
              <a:extLst>
                <a:ext uri="{FF2B5EF4-FFF2-40B4-BE49-F238E27FC236}">
                  <a16:creationId xmlns:a16="http://schemas.microsoft.com/office/drawing/2014/main" id="{4322DFC7-B008-4600-B1A1-0A68DE8828D4}"/>
                </a:ext>
              </a:extLst>
            </p:cNvPr>
            <p:cNvCxnSpPr>
              <a:stCxn id="73" idx="6"/>
              <a:endCxn id="91"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FECB77EA-D03A-4361-AF76-E6CB9499F33A}"/>
                </a:ext>
              </a:extLst>
            </p:cNvPr>
            <p:cNvCxnSpPr>
              <a:stCxn id="73" idx="2"/>
              <a:endCxn id="74"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3F32F2D1-988D-4332-B0BF-1F62BBEC403D}"/>
                </a:ext>
              </a:extLst>
            </p:cNvPr>
            <p:cNvCxnSpPr>
              <a:cxnSpLocks/>
              <a:stCxn id="85" idx="3"/>
              <a:endCxn id="73"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6A4B0D9C-BEA8-48D2-A588-3F2BE7BCA47C}"/>
                </a:ext>
              </a:extLst>
            </p:cNvPr>
            <p:cNvCxnSpPr>
              <a:stCxn id="82" idx="5"/>
              <a:endCxn id="79"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A5CA3CA0-C36D-4FA7-85F4-F0A02C54B877}"/>
                </a:ext>
              </a:extLst>
            </p:cNvPr>
            <p:cNvCxnSpPr>
              <a:stCxn id="79" idx="3"/>
              <a:endCxn id="81"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696812B4-1394-4BFF-B422-D58E1B103A6D}"/>
                </a:ext>
              </a:extLst>
            </p:cNvPr>
            <p:cNvCxnSpPr>
              <a:stCxn id="83" idx="4"/>
              <a:endCxn id="79"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8A8D3381-8CB3-41A3-8A8D-0CCD63F13B7B}"/>
                </a:ext>
              </a:extLst>
            </p:cNvPr>
            <p:cNvCxnSpPr>
              <a:stCxn id="86" idx="4"/>
              <a:endCxn id="74"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83514259-906E-4F1D-B3D5-F42D4DA712CC}"/>
                </a:ext>
              </a:extLst>
            </p:cNvPr>
            <p:cNvCxnSpPr>
              <a:stCxn id="89" idx="6"/>
              <a:endCxn id="90"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5B4220D9-B18E-4934-BD91-FD1401F465B4}"/>
                </a:ext>
              </a:extLst>
            </p:cNvPr>
            <p:cNvCxnSpPr>
              <a:stCxn id="78" idx="7"/>
              <a:endCxn id="77"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2D02A6DF-D049-4AEC-8518-CC92E6696A35}"/>
                </a:ext>
              </a:extLst>
            </p:cNvPr>
            <p:cNvCxnSpPr>
              <a:stCxn id="79" idx="6"/>
              <a:endCxn id="78"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48E27FCE-D8C3-42D3-95DD-99A84FA931C0}"/>
                </a:ext>
              </a:extLst>
            </p:cNvPr>
            <p:cNvCxnSpPr>
              <a:stCxn id="86" idx="6"/>
              <a:endCxn id="73"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53897293-D836-49F2-BAC1-26EEF8DFD917}"/>
                </a:ext>
              </a:extLst>
            </p:cNvPr>
            <p:cNvCxnSpPr>
              <a:stCxn id="86" idx="3"/>
              <a:endCxn id="84"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FFD2569B-824D-433E-AA93-1E4B5CC99F2C}"/>
                </a:ext>
              </a:extLst>
            </p:cNvPr>
            <p:cNvCxnSpPr>
              <a:stCxn id="75" idx="3"/>
              <a:endCxn id="76"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E60F4466-763A-4E15-9832-14EBA67E5270}"/>
                </a:ext>
              </a:extLst>
            </p:cNvPr>
            <p:cNvCxnSpPr>
              <a:stCxn id="77" idx="4"/>
              <a:endCxn id="76"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AB080B9D-B4D9-45AE-B19C-69B0EDC82744}"/>
                </a:ext>
              </a:extLst>
            </p:cNvPr>
            <p:cNvCxnSpPr>
              <a:stCxn id="78" idx="5"/>
              <a:endCxn id="76"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1AFA9AD1-4493-4446-BAD7-1830A0140302}"/>
                </a:ext>
              </a:extLst>
            </p:cNvPr>
            <p:cNvCxnSpPr>
              <a:stCxn id="83" idx="6"/>
              <a:endCxn id="78"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D537EAC0-161B-40B1-80EC-15AE8B846633}"/>
                </a:ext>
              </a:extLst>
            </p:cNvPr>
            <p:cNvCxnSpPr>
              <a:stCxn id="87" idx="2"/>
              <a:endCxn id="83"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AF7BDAFC-CE8E-49B2-B65A-59C675A5884F}"/>
                </a:ext>
              </a:extLst>
            </p:cNvPr>
            <p:cNvCxnSpPr>
              <a:stCxn id="86" idx="2"/>
              <a:endCxn id="90"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D8944C6B-0F32-4F53-8D9F-772778DB328F}"/>
                </a:ext>
              </a:extLst>
            </p:cNvPr>
            <p:cNvCxnSpPr>
              <a:cxnSpLocks/>
              <a:stCxn id="85" idx="2"/>
              <a:endCxn id="86"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04BFD29C-4C1D-4EBA-A517-9F4E0121E2C8}"/>
                </a:ext>
              </a:extLst>
            </p:cNvPr>
            <p:cNvCxnSpPr>
              <a:stCxn id="90" idx="5"/>
              <a:endCxn id="84"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E5C057DA-3ED5-4AD1-BDDF-AF9079C0F07C}"/>
                </a:ext>
              </a:extLst>
            </p:cNvPr>
            <p:cNvCxnSpPr>
              <a:stCxn id="87" idx="5"/>
              <a:endCxn id="78"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EF5AF740-C161-49F2-A20D-6BBF22555FE9}"/>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BFD249CB-D739-4597-AEFB-ED5D81FE9262}"/>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496F6AD6-B920-45E5-A150-0F25FCBD4FFE}"/>
                </a:ext>
              </a:extLst>
            </p:cNvPr>
            <p:cNvCxnSpPr>
              <a:stCxn id="75" idx="6"/>
              <a:endCxn id="90"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B24CD7E6-701F-410C-8937-11BEA526E0E9}"/>
                </a:ext>
              </a:extLst>
            </p:cNvPr>
            <p:cNvCxnSpPr>
              <a:stCxn id="75" idx="0"/>
              <a:endCxn id="89"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2AD664E7-1928-459B-87B1-F3E175ED44E5}"/>
                </a:ext>
              </a:extLst>
            </p:cNvPr>
            <p:cNvCxnSpPr>
              <a:stCxn id="75" idx="1"/>
              <a:endCxn id="77"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774F650A-2702-47C2-B9A4-9C5C71B21A63}"/>
                </a:ext>
              </a:extLst>
            </p:cNvPr>
            <p:cNvCxnSpPr>
              <a:endCxn id="77"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6C23FB9B-3CE3-4DBA-BEC9-88B3C006A4E4}"/>
                </a:ext>
              </a:extLst>
            </p:cNvPr>
            <p:cNvCxnSpPr>
              <a:stCxn id="89"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44AEEE34-A2D5-44C9-9248-3056BE01EDDB}"/>
                </a:ext>
              </a:extLst>
            </p:cNvPr>
            <p:cNvCxnSpPr>
              <a:cxnSpLocks/>
              <a:endCxn id="89"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3ACA1D7E-83C2-4B0B-9173-4A7092D8FA02}"/>
                </a:ext>
              </a:extLst>
            </p:cNvPr>
            <p:cNvCxnSpPr>
              <a:stCxn id="82" idx="7"/>
              <a:endCxn id="83"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BB38973A-B77E-4E3F-91B4-EFED61EA8591}"/>
                </a:ext>
              </a:extLst>
            </p:cNvPr>
            <p:cNvCxnSpPr>
              <a:stCxn id="82" idx="0"/>
              <a:endCxn id="88"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339FF751-D4D6-4226-B333-69498A4AA5AF}"/>
                </a:ext>
              </a:extLst>
            </p:cNvPr>
            <p:cNvCxnSpPr>
              <a:stCxn id="83" idx="1"/>
              <a:endCxn id="88"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a:extLst>
                <a:ext uri="{FF2B5EF4-FFF2-40B4-BE49-F238E27FC236}">
                  <a16:creationId xmlns:a16="http://schemas.microsoft.com/office/drawing/2014/main" id="{0895E182-2E14-4002-A0EE-80994E669710}"/>
                </a:ext>
              </a:extLst>
            </p:cNvPr>
            <p:cNvCxnSpPr>
              <a:cxnSpLocks/>
              <a:stCxn id="78"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id="{769BFAA9-34A8-4A5E-BEF1-85D1E7ADFDEF}"/>
                </a:ext>
              </a:extLst>
            </p:cNvPr>
            <p:cNvCxnSpPr>
              <a:cxnSpLocks/>
              <a:stCxn id="87"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1A6F8B03-CBCD-4450-9B9B-CF4BD1305566}"/>
                </a:ext>
              </a:extLst>
            </p:cNvPr>
            <p:cNvCxnSpPr>
              <a:stCxn id="81" idx="0"/>
              <a:endCxn id="82"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DCA3ECFB-8E81-4F8F-8711-39144C3C2B41}"/>
                </a:ext>
              </a:extLst>
            </p:cNvPr>
            <p:cNvCxnSpPr>
              <a:cxnSpLocks/>
              <a:stCxn id="81"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F47B8A72-1C19-4B8C-A62F-2EF233DA7362}"/>
                </a:ext>
              </a:extLst>
            </p:cNvPr>
            <p:cNvCxnSpPr>
              <a:endCxn id="90"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9" name="直接连接符 128">
              <a:extLst>
                <a:ext uri="{FF2B5EF4-FFF2-40B4-BE49-F238E27FC236}">
                  <a16:creationId xmlns:a16="http://schemas.microsoft.com/office/drawing/2014/main" id="{308703E1-A490-4418-9CB3-73D187FD2D79}"/>
                </a:ext>
              </a:extLst>
            </p:cNvPr>
            <p:cNvCxnSpPr>
              <a:stCxn id="74" idx="3"/>
              <a:endCxn id="84"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BE40DEB4-A593-4937-84D9-12693ED9F155}"/>
                </a:ext>
              </a:extLst>
            </p:cNvPr>
            <p:cNvCxnSpPr>
              <a:cxnSpLocks/>
              <a:endCxn id="91"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543BF644-F6E7-493A-B20F-BB4C13D992ED}"/>
                </a:ext>
              </a:extLst>
            </p:cNvPr>
            <p:cNvCxnSpPr>
              <a:cxnSpLocks/>
              <a:stCxn id="86"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132" name="直接连接符 131">
              <a:extLst>
                <a:ext uri="{FF2B5EF4-FFF2-40B4-BE49-F238E27FC236}">
                  <a16:creationId xmlns:a16="http://schemas.microsoft.com/office/drawing/2014/main" id="{EF8C5D9B-D8CE-4135-8297-E6B0C7A31165}"/>
                </a:ext>
              </a:extLst>
            </p:cNvPr>
            <p:cNvCxnSpPr>
              <a:stCxn id="88"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133" name="直接连接符 132">
              <a:extLst>
                <a:ext uri="{FF2B5EF4-FFF2-40B4-BE49-F238E27FC236}">
                  <a16:creationId xmlns:a16="http://schemas.microsoft.com/office/drawing/2014/main" id="{07DE3EF8-5DD0-4312-9798-8FE2DEEED6EE}"/>
                </a:ext>
              </a:extLst>
            </p:cNvPr>
            <p:cNvCxnSpPr>
              <a:stCxn id="91"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grpSp>
      <p:grpSp>
        <p:nvGrpSpPr>
          <p:cNvPr id="8" name="组合 7">
            <a:extLst>
              <a:ext uri="{FF2B5EF4-FFF2-40B4-BE49-F238E27FC236}">
                <a16:creationId xmlns:a16="http://schemas.microsoft.com/office/drawing/2014/main" id="{7A3947A1-486F-4CA5-B6FE-99E859380C87}"/>
              </a:ext>
            </a:extLst>
          </p:cNvPr>
          <p:cNvGrpSpPr/>
          <p:nvPr userDrawn="1"/>
        </p:nvGrpSpPr>
        <p:grpSpPr>
          <a:xfrm>
            <a:off x="-14417" y="-36940"/>
            <a:ext cx="7711084" cy="941457"/>
            <a:chOff x="-14417" y="-36940"/>
            <a:chExt cx="7711084" cy="941457"/>
          </a:xfrm>
        </p:grpSpPr>
        <p:sp>
          <p:nvSpPr>
            <p:cNvPr id="11" name="椭圆 10">
              <a:extLst>
                <a:ext uri="{FF2B5EF4-FFF2-40B4-BE49-F238E27FC236}">
                  <a16:creationId xmlns:a16="http://schemas.microsoft.com/office/drawing/2014/main" id="{1E70C58A-5A85-4832-B6D7-16830C470707}"/>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DC82F87F-1BF8-46C1-A5E3-DA3CF824850F}"/>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614CD21A-C39D-4795-83CD-774FD349585D}"/>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EB2837F6-1D7D-46DA-8111-809E9C8B0A67}"/>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01AB2BC1-E267-4710-B496-D53DA744DE3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6E02D594-6540-4CD5-9CDE-9001117B20E9}"/>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D7450177-3DC4-4063-9A91-85BDBC7A780E}"/>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CB691F92-4285-438C-8B71-569CDBA913BC}"/>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07D649CF-34AF-43C0-80EE-504F388BEB1A}"/>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6C3BC982-0A71-4DAD-AC1C-2DEA049913C3}"/>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177E03B8-1E2B-4537-A018-26391B9575C4}"/>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1592E938-A3ED-44EC-93E9-1785BE2E4EDD}"/>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CDCEBC96-4EF5-41F1-9446-466FFB5DC9CD}"/>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B0785AE5-CD30-41AA-ACB0-765EB9154018}"/>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4F9C78BD-7254-43D0-B63D-81A0C10A2BC2}"/>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200D9AED-3611-4A19-A09B-53C3B2A2818F}"/>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A6F858B9-2052-4F86-BC88-E78AD36ED096}"/>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6BCFA25F-2B9D-4F6E-B38B-19F53F45D1CF}"/>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a:extLst>
                <a:ext uri="{FF2B5EF4-FFF2-40B4-BE49-F238E27FC236}">
                  <a16:creationId xmlns:a16="http://schemas.microsoft.com/office/drawing/2014/main" id="{EF57988D-049C-4D78-A536-99EC4D0BAB04}"/>
                </a:ext>
              </a:extLst>
            </p:cNvPr>
            <p:cNvCxnSpPr>
              <a:stCxn id="11" idx="6"/>
              <a:endCxn id="28"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F3D42FA-2034-4BBA-AFD3-B3C0A5A65D39}"/>
                </a:ext>
              </a:extLst>
            </p:cNvPr>
            <p:cNvCxnSpPr>
              <a:stCxn id="11" idx="2"/>
              <a:endCxn id="12"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0B24ED17-C590-4CB2-B1A4-6D7EC6DCA772}"/>
                </a:ext>
              </a:extLst>
            </p:cNvPr>
            <p:cNvCxnSpPr>
              <a:cxnSpLocks/>
              <a:stCxn id="22" idx="3"/>
              <a:endCxn id="11"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99834F15-9349-468B-B5E5-8659E935A5A2}"/>
                </a:ext>
              </a:extLst>
            </p:cNvPr>
            <p:cNvCxnSpPr>
              <a:stCxn id="19" idx="5"/>
              <a:endCxn id="17"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A336D1BB-3A65-4649-9B52-09502722C357}"/>
                </a:ext>
              </a:extLst>
            </p:cNvPr>
            <p:cNvCxnSpPr>
              <a:stCxn id="17" idx="3"/>
              <a:endCxn id="18"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830AE0D1-FDFD-46A6-829E-66306B877083}"/>
                </a:ext>
              </a:extLst>
            </p:cNvPr>
            <p:cNvCxnSpPr>
              <a:stCxn id="20" idx="4"/>
              <a:endCxn id="17"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6AA5C445-D90A-4189-A07F-D15BA880046F}"/>
                </a:ext>
              </a:extLst>
            </p:cNvPr>
            <p:cNvCxnSpPr>
              <a:stCxn id="23" idx="4"/>
              <a:endCxn id="12"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0F8A100-95DF-45C4-A02E-0C8C46B4314C}"/>
                </a:ext>
              </a:extLst>
            </p:cNvPr>
            <p:cNvCxnSpPr>
              <a:stCxn id="26" idx="6"/>
              <a:endCxn id="27"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DDDB52B-FF38-4869-8A0D-494CE5550BDB}"/>
                </a:ext>
              </a:extLst>
            </p:cNvPr>
            <p:cNvCxnSpPr>
              <a:stCxn id="16" idx="7"/>
              <a:endCxn id="15"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F63548ED-507F-4F3D-836C-81039DF3B1E7}"/>
                </a:ext>
              </a:extLst>
            </p:cNvPr>
            <p:cNvCxnSpPr>
              <a:stCxn id="17" idx="6"/>
              <a:endCxn id="16"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719E4C08-CB97-4EC4-A528-10913EA80E69}"/>
                </a:ext>
              </a:extLst>
            </p:cNvPr>
            <p:cNvCxnSpPr>
              <a:stCxn id="23" idx="6"/>
              <a:endCxn id="11"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1511854-D175-4227-8D60-EBAF0717F6DD}"/>
                </a:ext>
              </a:extLst>
            </p:cNvPr>
            <p:cNvCxnSpPr>
              <a:stCxn id="23" idx="3"/>
              <a:endCxn id="21"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76E4B19-9F97-4F83-AA6D-5A8CBE468573}"/>
                </a:ext>
              </a:extLst>
            </p:cNvPr>
            <p:cNvCxnSpPr>
              <a:stCxn id="13" idx="3"/>
              <a:endCxn id="14"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57A9D0DD-9F1B-4A1A-B7F1-B6E664603E79}"/>
                </a:ext>
              </a:extLst>
            </p:cNvPr>
            <p:cNvCxnSpPr>
              <a:stCxn id="15" idx="4"/>
              <a:endCxn id="14"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C284FBF-DF36-40EF-86F6-16AC04A270E2}"/>
                </a:ext>
              </a:extLst>
            </p:cNvPr>
            <p:cNvCxnSpPr>
              <a:stCxn id="16" idx="5"/>
              <a:endCxn id="14"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1383EE05-8E61-4A85-A91D-D1417FCC1D5F}"/>
                </a:ext>
              </a:extLst>
            </p:cNvPr>
            <p:cNvCxnSpPr>
              <a:stCxn id="20" idx="6"/>
              <a:endCxn id="16"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8A049FF-C96C-460A-B2CD-FFC3F6D73658}"/>
                </a:ext>
              </a:extLst>
            </p:cNvPr>
            <p:cNvCxnSpPr>
              <a:stCxn id="24" idx="2"/>
              <a:endCxn id="20"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706D5248-8E0C-47C8-A71F-38D641918AF8}"/>
                </a:ext>
              </a:extLst>
            </p:cNvPr>
            <p:cNvCxnSpPr>
              <a:stCxn id="23" idx="2"/>
              <a:endCxn id="27"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ADAE38AF-A576-42C8-8850-5F9F0F06D3FA}"/>
                </a:ext>
              </a:extLst>
            </p:cNvPr>
            <p:cNvCxnSpPr>
              <a:cxnSpLocks/>
              <a:stCxn id="22" idx="2"/>
              <a:endCxn id="23"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6B8FE99F-F5FC-4420-B37A-75F109AE28D7}"/>
                </a:ext>
              </a:extLst>
            </p:cNvPr>
            <p:cNvCxnSpPr>
              <a:stCxn id="27" idx="5"/>
              <a:endCxn id="21"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5EA1E4D-310E-4749-B60D-9B05C967D9B0}"/>
                </a:ext>
              </a:extLst>
            </p:cNvPr>
            <p:cNvCxnSpPr>
              <a:stCxn id="24" idx="5"/>
              <a:endCxn id="16"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F1EBD42-7758-4DD4-B8E1-8C41CBFEDC0F}"/>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DB5DFAE-307D-4F16-BF3B-C5F160B3D503}"/>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18921FA-0CC5-4DF5-B3EC-CB661C7EB6BB}"/>
                </a:ext>
              </a:extLst>
            </p:cNvPr>
            <p:cNvCxnSpPr>
              <a:stCxn id="13" idx="6"/>
              <a:endCxn id="27"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95C4407-68F4-456A-A554-50261B51366A}"/>
                </a:ext>
              </a:extLst>
            </p:cNvPr>
            <p:cNvCxnSpPr>
              <a:stCxn id="13" idx="0"/>
              <a:endCxn id="26"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92379BE-F813-4A7D-8340-42365B6A55DA}"/>
                </a:ext>
              </a:extLst>
            </p:cNvPr>
            <p:cNvCxnSpPr>
              <a:stCxn id="13" idx="1"/>
              <a:endCxn id="15"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C25CA83-739A-45BB-9832-DEE30BADFDB4}"/>
                </a:ext>
              </a:extLst>
            </p:cNvPr>
            <p:cNvCxnSpPr>
              <a:endCxn id="15"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3E807B79-5434-4949-8936-50FCA93E0E43}"/>
                </a:ext>
              </a:extLst>
            </p:cNvPr>
            <p:cNvCxnSpPr>
              <a:stCxn id="26"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728192E-902E-423E-B8CF-43B2D5A20881}"/>
                </a:ext>
              </a:extLst>
            </p:cNvPr>
            <p:cNvCxnSpPr>
              <a:cxnSpLocks/>
              <a:endCxn id="26"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6CB4E7A-44DB-4A64-93F2-BB06DBC99A07}"/>
                </a:ext>
              </a:extLst>
            </p:cNvPr>
            <p:cNvCxnSpPr>
              <a:stCxn id="19" idx="7"/>
              <a:endCxn id="20"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EDBE1156-FDC8-4DE2-B587-33F0C37EFB69}"/>
                </a:ext>
              </a:extLst>
            </p:cNvPr>
            <p:cNvCxnSpPr>
              <a:stCxn id="19" idx="0"/>
              <a:endCxn id="25"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F0E83090-2481-476D-ACEF-A67D7B5914B7}"/>
                </a:ext>
              </a:extLst>
            </p:cNvPr>
            <p:cNvCxnSpPr>
              <a:stCxn id="20" idx="1"/>
              <a:endCxn id="25"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B1DAAC1-BA9B-409D-970B-A5D12C8596EA}"/>
                </a:ext>
              </a:extLst>
            </p:cNvPr>
            <p:cNvCxnSpPr>
              <a:cxnSpLocks/>
              <a:stCxn id="16"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7500C3F-46B3-4B5C-9EC2-A1949BC93DC9}"/>
                </a:ext>
              </a:extLst>
            </p:cNvPr>
            <p:cNvCxnSpPr>
              <a:cxnSpLocks/>
              <a:stCxn id="24"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88F8415-9756-402F-BE52-8D940D473116}"/>
                </a:ext>
              </a:extLst>
            </p:cNvPr>
            <p:cNvCxnSpPr>
              <a:stCxn id="18" idx="0"/>
              <a:endCxn id="19"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20BA3FF9-1E96-463A-BBE8-7EC376F780F2}"/>
                </a:ext>
              </a:extLst>
            </p:cNvPr>
            <p:cNvCxnSpPr>
              <a:cxnSpLocks/>
              <a:stCxn id="18"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5853B213-278D-402D-B8CB-B123C2391C51}"/>
                </a:ext>
              </a:extLst>
            </p:cNvPr>
            <p:cNvCxnSpPr>
              <a:endCxn id="27"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7998B8E8-1748-4FD0-8836-FD7CD490892E}"/>
                </a:ext>
              </a:extLst>
            </p:cNvPr>
            <p:cNvCxnSpPr>
              <a:stCxn id="12" idx="3"/>
              <a:endCxn id="21"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EDA45374-C937-4FE7-A5B2-17A39F48B82B}"/>
                </a:ext>
              </a:extLst>
            </p:cNvPr>
            <p:cNvCxnSpPr>
              <a:cxnSpLocks/>
              <a:endCxn id="28"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B6B7628-4AF9-4E43-B218-328CB255493B}"/>
                </a:ext>
              </a:extLst>
            </p:cNvPr>
            <p:cNvCxnSpPr>
              <a:cxnSpLocks/>
              <a:stCxn id="23"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72" name="直接连接符 71">
              <a:extLst>
                <a:ext uri="{FF2B5EF4-FFF2-40B4-BE49-F238E27FC236}">
                  <a16:creationId xmlns:a16="http://schemas.microsoft.com/office/drawing/2014/main" id="{14CAEE0F-D202-4D7A-AAC0-A5409DD85BF2}"/>
                </a:ext>
              </a:extLst>
            </p:cNvPr>
            <p:cNvCxnSpPr>
              <a:stCxn id="25"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80" name="直接连接符 79">
              <a:extLst>
                <a:ext uri="{FF2B5EF4-FFF2-40B4-BE49-F238E27FC236}">
                  <a16:creationId xmlns:a16="http://schemas.microsoft.com/office/drawing/2014/main" id="{028D3624-D8D9-4963-B1CD-9EB136A70384}"/>
                </a:ext>
              </a:extLst>
            </p:cNvPr>
            <p:cNvCxnSpPr>
              <a:stCxn id="28"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grpSp>
      <p:sp>
        <p:nvSpPr>
          <p:cNvPr id="6" name="Freeform 25">
            <a:extLst>
              <a:ext uri="{FF2B5EF4-FFF2-40B4-BE49-F238E27FC236}">
                <a16:creationId xmlns:a16="http://schemas.microsoft.com/office/drawing/2014/main" id="{38B69EE1-BCFE-4371-B597-971E0649EC0B}"/>
              </a:ext>
            </a:extLst>
          </p:cNvPr>
          <p:cNvSpPr>
            <a:spLocks noChangeArrowheads="1"/>
          </p:cNvSpPr>
          <p:nvPr userDrawn="1"/>
        </p:nvSpPr>
        <p:spPr bwMode="auto">
          <a:xfrm>
            <a:off x="11116689" y="136525"/>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IBM Plex Sans Light" panose="020B0403050203000203" pitchFamily="34" charset="0"/>
              <a:sym typeface="Exo 2 Light" panose="00000400000000000000" pitchFamily="50" charset="0"/>
            </a:endParaRPr>
          </a:p>
        </p:txBody>
      </p:sp>
      <p:sp>
        <p:nvSpPr>
          <p:cNvPr id="7" name="TextBox 26">
            <a:extLst>
              <a:ext uri="{FF2B5EF4-FFF2-40B4-BE49-F238E27FC236}">
                <a16:creationId xmlns:a16="http://schemas.microsoft.com/office/drawing/2014/main" id="{7D80F13B-F800-4F65-9D06-0B1624B47232}"/>
              </a:ext>
            </a:extLst>
          </p:cNvPr>
          <p:cNvSpPr txBox="1"/>
          <p:nvPr userDrawn="1"/>
        </p:nvSpPr>
        <p:spPr>
          <a:xfrm>
            <a:off x="3676299" y="217993"/>
            <a:ext cx="7435049" cy="469359"/>
          </a:xfrm>
          <a:prstGeom prst="rect">
            <a:avLst/>
          </a:prstGeom>
          <a:noFill/>
        </p:spPr>
        <p:txBody>
          <a:bodyPr wrap="none" rtlCol="0">
            <a:spAutoFit/>
          </a:bodyPr>
          <a:lstStyle/>
          <a:p>
            <a:pPr algn="r"/>
            <a:r>
              <a:rPr lang="en-US" altLang="zh-CN" sz="1400" b="1" kern="1200" dirty="0">
                <a:solidFill>
                  <a:schemeClr val="tx1">
                    <a:lumMod val="75000"/>
                    <a:lumOff val="25000"/>
                  </a:schemeClr>
                </a:solidFill>
                <a:latin typeface="微软雅黑" panose="020B0503020204020204" pitchFamily="34" charset="-122"/>
                <a:ea typeface="微软雅黑" panose="020B0503020204020204" pitchFamily="34" charset="-122"/>
                <a:cs typeface="Exo 2 Thin" charset="0"/>
                <a:sym typeface="Exo 2 Light" panose="00000400000000000000" pitchFamily="50" charset="0"/>
              </a:rPr>
              <a:t>CSMA/CD</a:t>
            </a:r>
          </a:p>
          <a:p>
            <a:pPr algn="r"/>
            <a:r>
              <a:rPr lang="en-US" altLang="zh-CN"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rPr>
              <a:t>Carrier sense multiple access with collision detection</a:t>
            </a:r>
            <a:endParaRPr lang="en-US"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endParaRPr>
          </a:p>
        </p:txBody>
      </p:sp>
      <p:sp>
        <p:nvSpPr>
          <p:cNvPr id="2" name="矩形 1">
            <a:extLst>
              <a:ext uri="{FF2B5EF4-FFF2-40B4-BE49-F238E27FC236}">
                <a16:creationId xmlns:a16="http://schemas.microsoft.com/office/drawing/2014/main" id="{C0291C21-5CD9-4C0A-A1F9-B35A9D1269FC}"/>
              </a:ext>
            </a:extLst>
          </p:cNvPr>
          <p:cNvSpPr/>
          <p:nvPr userDrawn="1"/>
        </p:nvSpPr>
        <p:spPr>
          <a:xfrm>
            <a:off x="695834" y="1032229"/>
            <a:ext cx="10800000" cy="5040000"/>
          </a:xfrm>
          <a:prstGeom prst="rect">
            <a:avLst/>
          </a:prstGeom>
          <a:solidFill>
            <a:schemeClr val="bg1"/>
          </a:solidFill>
          <a:ln>
            <a:solidFill>
              <a:schemeClr val="bg1">
                <a:lumMod val="95000"/>
              </a:schemeClr>
            </a:solidFill>
          </a:ln>
          <a:effectLst>
            <a:outerShdw blurRad="508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占位符 8">
            <a:extLst>
              <a:ext uri="{FF2B5EF4-FFF2-40B4-BE49-F238E27FC236}">
                <a16:creationId xmlns:a16="http://schemas.microsoft.com/office/drawing/2014/main" id="{9688E790-5753-47AE-9AE4-065DB60D20A1}"/>
              </a:ext>
            </a:extLst>
          </p:cNvPr>
          <p:cNvSpPr>
            <a:spLocks noGrp="1"/>
          </p:cNvSpPr>
          <p:nvPr>
            <p:ph type="body" sz="quarter" idx="13" hasCustomPrompt="1"/>
          </p:nvPr>
        </p:nvSpPr>
        <p:spPr>
          <a:xfrm>
            <a:off x="695466" y="672447"/>
            <a:ext cx="3286125" cy="542516"/>
          </a:xfrm>
          <a:solidFill>
            <a:schemeClr val="accent2">
              <a:lumMod val="75000"/>
            </a:schemeClr>
          </a:solidFill>
          <a:ln>
            <a:solidFill>
              <a:schemeClr val="accent2">
                <a:lumMod val="50000"/>
              </a:schemeClr>
            </a:solidFill>
          </a:ln>
        </p:spPr>
        <p:txBody>
          <a:bodyPr anchor="ctr" anchorCtr="0"/>
          <a:lstStyle>
            <a:lvl1pPr marL="0" indent="0" algn="ctr">
              <a:buNone/>
              <a:defRPr>
                <a:solidFill>
                  <a:schemeClr val="bg1"/>
                </a:solidFill>
                <a:latin typeface="微软雅黑" panose="020B0503020204020204" pitchFamily="34" charset="-122"/>
                <a:ea typeface="微软雅黑" panose="020B0503020204020204" pitchFamily="34" charset="-122"/>
              </a:defRPr>
            </a:lvl1pPr>
            <a:lvl2pPr marL="457200" indent="0">
              <a:buNone/>
              <a:defRPr>
                <a:latin typeface="微软雅黑" panose="020B0503020204020204" pitchFamily="34" charset="-122"/>
                <a:ea typeface="微软雅黑" panose="020B0503020204020204" pitchFamily="34" charset="-122"/>
              </a:defRPr>
            </a:lvl2pPr>
            <a:lvl3pPr marL="914400" indent="0">
              <a:buNone/>
              <a:defRPr>
                <a:latin typeface="微软雅黑" panose="020B0503020204020204" pitchFamily="34" charset="-122"/>
                <a:ea typeface="微软雅黑" panose="020B0503020204020204" pitchFamily="34" charset="-122"/>
              </a:defRPr>
            </a:lvl3pPr>
            <a:lvl4pPr marL="1371600" indent="0">
              <a:buNone/>
              <a:defRPr>
                <a:latin typeface="微软雅黑" panose="020B0503020204020204" pitchFamily="34" charset="-122"/>
                <a:ea typeface="微软雅黑" panose="020B0503020204020204" pitchFamily="34" charset="-122"/>
              </a:defRPr>
            </a:lvl4pPr>
            <a:lvl5pPr marL="1828800" indent="0">
              <a:buNone/>
              <a:defRPr>
                <a:latin typeface="微软雅黑" panose="020B0503020204020204" pitchFamily="34" charset="-122"/>
                <a:ea typeface="微软雅黑" panose="020B0503020204020204" pitchFamily="34" charset="-122"/>
              </a:defRPr>
            </a:lvl5pPr>
          </a:lstStyle>
          <a:p>
            <a:pPr lvl="0"/>
            <a:r>
              <a:rPr lang="zh-CN" altLang="en-US" dirty="0"/>
              <a:t>版文本样式</a:t>
            </a:r>
          </a:p>
        </p:txBody>
      </p:sp>
      <p:sp>
        <p:nvSpPr>
          <p:cNvPr id="9" name="直角三角形 8">
            <a:extLst>
              <a:ext uri="{FF2B5EF4-FFF2-40B4-BE49-F238E27FC236}">
                <a16:creationId xmlns:a16="http://schemas.microsoft.com/office/drawing/2014/main" id="{27E6DB47-D228-4E26-9861-0E71F9A9A745}"/>
              </a:ext>
            </a:extLst>
          </p:cNvPr>
          <p:cNvSpPr>
            <a:spLocks/>
          </p:cNvSpPr>
          <p:nvPr userDrawn="1"/>
        </p:nvSpPr>
        <p:spPr>
          <a:xfrm>
            <a:off x="3981591" y="672447"/>
            <a:ext cx="252000" cy="360000"/>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文本占位符 133">
            <a:extLst>
              <a:ext uri="{FF2B5EF4-FFF2-40B4-BE49-F238E27FC236}">
                <a16:creationId xmlns:a16="http://schemas.microsoft.com/office/drawing/2014/main" id="{A99DA3E2-A9AC-4E33-A54C-F69BF8073592}"/>
              </a:ext>
            </a:extLst>
          </p:cNvPr>
          <p:cNvSpPr>
            <a:spLocks noGrp="1"/>
          </p:cNvSpPr>
          <p:nvPr>
            <p:ph type="body" sz="quarter" idx="15"/>
          </p:nvPr>
        </p:nvSpPr>
        <p:spPr>
          <a:xfrm>
            <a:off x="695466" y="6255764"/>
            <a:ext cx="8345771" cy="313932"/>
          </a:xfrm>
        </p:spPr>
        <p:txBody>
          <a:bodyPr anchor="ctr" anchorCtr="0">
            <a:spAutoFit/>
          </a:bodyPr>
          <a:lstStyle>
            <a:lvl1pPr marL="0" indent="0">
              <a:buNone/>
              <a:defRPr sz="1600">
                <a:latin typeface="微软雅黑 Light" panose="020B0502040204020203" pitchFamily="34" charset="-122"/>
                <a:ea typeface="微软雅黑 Light" panose="020B0502040204020203" pitchFamily="34" charset="-122"/>
              </a:defRPr>
            </a:lvl1pPr>
            <a:lvl2pPr marL="457200" indent="0">
              <a:buNone/>
              <a:defRPr sz="1600">
                <a:latin typeface="微软雅黑 Light" panose="020B0502040204020203" pitchFamily="34" charset="-122"/>
                <a:ea typeface="微软雅黑 Light" panose="020B0502040204020203" pitchFamily="34" charset="-122"/>
              </a:defRPr>
            </a:lvl2pPr>
            <a:lvl3pPr marL="914400" indent="0">
              <a:buNone/>
              <a:defRPr sz="1600">
                <a:latin typeface="微软雅黑 Light" panose="020B0502040204020203" pitchFamily="34" charset="-122"/>
                <a:ea typeface="微软雅黑 Light" panose="020B0502040204020203" pitchFamily="34" charset="-122"/>
              </a:defRPr>
            </a:lvl3pPr>
            <a:lvl4pPr marL="1371600" indent="0">
              <a:buNone/>
              <a:defRPr sz="1600">
                <a:latin typeface="微软雅黑 Light" panose="020B0502040204020203" pitchFamily="34" charset="-122"/>
                <a:ea typeface="微软雅黑 Light" panose="020B0502040204020203" pitchFamily="34" charset="-122"/>
              </a:defRPr>
            </a:lvl4pPr>
            <a:lvl5pPr marL="1828800" indent="0">
              <a:buNone/>
              <a:defRPr sz="1600">
                <a:latin typeface="微软雅黑 Light" panose="020B0502040204020203" pitchFamily="34" charset="-122"/>
                <a:ea typeface="微软雅黑 Light" panose="020B0502040204020203" pitchFamily="34" charset="-122"/>
              </a:defRPr>
            </a:lvl5pPr>
          </a:lstStyle>
          <a:p>
            <a:pPr lvl="0"/>
            <a:r>
              <a:rPr lang="zh-CN" altLang="en-US" dirty="0"/>
              <a:t>单击此处编辑母版文本样式</a:t>
            </a:r>
          </a:p>
        </p:txBody>
      </p:sp>
      <p:sp>
        <p:nvSpPr>
          <p:cNvPr id="135" name="文本占位符 67">
            <a:extLst>
              <a:ext uri="{FF2B5EF4-FFF2-40B4-BE49-F238E27FC236}">
                <a16:creationId xmlns:a16="http://schemas.microsoft.com/office/drawing/2014/main" id="{107E2337-7E7E-4C37-AE8B-F6F7B62DEF56}"/>
              </a:ext>
            </a:extLst>
          </p:cNvPr>
          <p:cNvSpPr>
            <a:spLocks noGrp="1"/>
          </p:cNvSpPr>
          <p:nvPr>
            <p:ph type="body" sz="quarter" idx="14"/>
          </p:nvPr>
        </p:nvSpPr>
        <p:spPr>
          <a:xfrm>
            <a:off x="1148460" y="1510985"/>
            <a:ext cx="9962887" cy="4115817"/>
          </a:xfrm>
        </p:spPr>
        <p:txBody>
          <a:bodyPr>
            <a:normAutofit/>
          </a:bodyPr>
          <a:lstStyle>
            <a:lvl1pPr marL="0" indent="0" algn="just">
              <a:buNone/>
              <a:defRPr sz="1800">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单击此处编辑母版文本样式</a:t>
            </a:r>
          </a:p>
        </p:txBody>
      </p:sp>
    </p:spTree>
    <p:extLst>
      <p:ext uri="{BB962C8B-B14F-4D97-AF65-F5344CB8AC3E}">
        <p14:creationId xmlns:p14="http://schemas.microsoft.com/office/powerpoint/2010/main" val="33004700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MAC">
    <p:spTree>
      <p:nvGrpSpPr>
        <p:cNvPr id="1" name=""/>
        <p:cNvGrpSpPr/>
        <p:nvPr/>
      </p:nvGrpSpPr>
      <p:grpSpPr>
        <a:xfrm>
          <a:off x="0" y="0"/>
          <a:ext cx="0" cy="0"/>
          <a:chOff x="0" y="0"/>
          <a:chExt cx="0" cy="0"/>
        </a:xfrm>
      </p:grpSpPr>
      <p:grpSp>
        <p:nvGrpSpPr>
          <p:cNvPr id="71" name="组合 70">
            <a:extLst>
              <a:ext uri="{FF2B5EF4-FFF2-40B4-BE49-F238E27FC236}">
                <a16:creationId xmlns:a16="http://schemas.microsoft.com/office/drawing/2014/main" id="{4853EB39-1972-4926-BCF3-53CA2572EE96}"/>
              </a:ext>
            </a:extLst>
          </p:cNvPr>
          <p:cNvGrpSpPr/>
          <p:nvPr userDrawn="1"/>
        </p:nvGrpSpPr>
        <p:grpSpPr>
          <a:xfrm rot="10800000">
            <a:off x="4480916" y="5916542"/>
            <a:ext cx="7711084" cy="941457"/>
            <a:chOff x="-14417" y="-36940"/>
            <a:chExt cx="7711084" cy="941457"/>
          </a:xfrm>
        </p:grpSpPr>
        <p:sp>
          <p:nvSpPr>
            <p:cNvPr id="73" name="椭圆 72">
              <a:extLst>
                <a:ext uri="{FF2B5EF4-FFF2-40B4-BE49-F238E27FC236}">
                  <a16:creationId xmlns:a16="http://schemas.microsoft.com/office/drawing/2014/main" id="{586FC6A5-CFC2-4BFC-8615-1886BBD6F6E3}"/>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a:extLst>
                <a:ext uri="{FF2B5EF4-FFF2-40B4-BE49-F238E27FC236}">
                  <a16:creationId xmlns:a16="http://schemas.microsoft.com/office/drawing/2014/main" id="{5FD73008-DFCA-44CD-B4F9-98977CB90FBB}"/>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a:extLst>
                <a:ext uri="{FF2B5EF4-FFF2-40B4-BE49-F238E27FC236}">
                  <a16:creationId xmlns:a16="http://schemas.microsoft.com/office/drawing/2014/main" id="{F59E1D3C-94FD-4D80-9B38-68D47CF009A6}"/>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a:extLst>
                <a:ext uri="{FF2B5EF4-FFF2-40B4-BE49-F238E27FC236}">
                  <a16:creationId xmlns:a16="http://schemas.microsoft.com/office/drawing/2014/main" id="{CFE1A8B1-E014-4C65-A503-EFD28F5B59D2}"/>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a:extLst>
                <a:ext uri="{FF2B5EF4-FFF2-40B4-BE49-F238E27FC236}">
                  <a16:creationId xmlns:a16="http://schemas.microsoft.com/office/drawing/2014/main" id="{68742283-9AEC-41D3-8027-C9F5A35625B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a:extLst>
                <a:ext uri="{FF2B5EF4-FFF2-40B4-BE49-F238E27FC236}">
                  <a16:creationId xmlns:a16="http://schemas.microsoft.com/office/drawing/2014/main" id="{C64CD54B-7745-4315-9474-2E3A68887A3E}"/>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a:extLst>
                <a:ext uri="{FF2B5EF4-FFF2-40B4-BE49-F238E27FC236}">
                  <a16:creationId xmlns:a16="http://schemas.microsoft.com/office/drawing/2014/main" id="{2185F77F-B09C-4F7E-BA4E-BC872B716ED2}"/>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a:extLst>
                <a:ext uri="{FF2B5EF4-FFF2-40B4-BE49-F238E27FC236}">
                  <a16:creationId xmlns:a16="http://schemas.microsoft.com/office/drawing/2014/main" id="{873FA2D7-AFDE-4EAB-89CB-4733FEA5EC91}"/>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a:extLst>
                <a:ext uri="{FF2B5EF4-FFF2-40B4-BE49-F238E27FC236}">
                  <a16:creationId xmlns:a16="http://schemas.microsoft.com/office/drawing/2014/main" id="{6A73F1AB-FEE3-4C0E-BAD8-265B2B5DCFDC}"/>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a:extLst>
                <a:ext uri="{FF2B5EF4-FFF2-40B4-BE49-F238E27FC236}">
                  <a16:creationId xmlns:a16="http://schemas.microsoft.com/office/drawing/2014/main" id="{ADD2062C-428C-4FA1-AB9B-7CBADD7929B8}"/>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a:extLst>
                <a:ext uri="{FF2B5EF4-FFF2-40B4-BE49-F238E27FC236}">
                  <a16:creationId xmlns:a16="http://schemas.microsoft.com/office/drawing/2014/main" id="{1EC7CDB9-EC35-4EBA-851A-7D8CA601E43D}"/>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a:extLst>
                <a:ext uri="{FF2B5EF4-FFF2-40B4-BE49-F238E27FC236}">
                  <a16:creationId xmlns:a16="http://schemas.microsoft.com/office/drawing/2014/main" id="{E2EDADFF-89D4-47A2-A3EC-7AB6C67ECA86}"/>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a:extLst>
                <a:ext uri="{FF2B5EF4-FFF2-40B4-BE49-F238E27FC236}">
                  <a16:creationId xmlns:a16="http://schemas.microsoft.com/office/drawing/2014/main" id="{9C43C0F9-8B5A-4B62-A8DF-93A9AE979498}"/>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a:extLst>
                <a:ext uri="{FF2B5EF4-FFF2-40B4-BE49-F238E27FC236}">
                  <a16:creationId xmlns:a16="http://schemas.microsoft.com/office/drawing/2014/main" id="{283E3153-3145-48DC-8D8A-0B0E015E2F4B}"/>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a:extLst>
                <a:ext uri="{FF2B5EF4-FFF2-40B4-BE49-F238E27FC236}">
                  <a16:creationId xmlns:a16="http://schemas.microsoft.com/office/drawing/2014/main" id="{18C1DB8B-0CD4-4E3B-B269-7E7DB3523E75}"/>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a:extLst>
                <a:ext uri="{FF2B5EF4-FFF2-40B4-BE49-F238E27FC236}">
                  <a16:creationId xmlns:a16="http://schemas.microsoft.com/office/drawing/2014/main" id="{768B50C2-DA32-43A1-A6E7-C72E69282F10}"/>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a:extLst>
                <a:ext uri="{FF2B5EF4-FFF2-40B4-BE49-F238E27FC236}">
                  <a16:creationId xmlns:a16="http://schemas.microsoft.com/office/drawing/2014/main" id="{3B5B1F2D-7A7F-4928-B67F-DD9EA6463DFE}"/>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椭圆 90">
              <a:extLst>
                <a:ext uri="{FF2B5EF4-FFF2-40B4-BE49-F238E27FC236}">
                  <a16:creationId xmlns:a16="http://schemas.microsoft.com/office/drawing/2014/main" id="{EEA1DD0A-C44B-4834-9371-A9CEC1EF604D}"/>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2" name="直接连接符 91">
              <a:extLst>
                <a:ext uri="{FF2B5EF4-FFF2-40B4-BE49-F238E27FC236}">
                  <a16:creationId xmlns:a16="http://schemas.microsoft.com/office/drawing/2014/main" id="{4322DFC7-B008-4600-B1A1-0A68DE8828D4}"/>
                </a:ext>
              </a:extLst>
            </p:cNvPr>
            <p:cNvCxnSpPr>
              <a:stCxn id="73" idx="6"/>
              <a:endCxn id="91"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FECB77EA-D03A-4361-AF76-E6CB9499F33A}"/>
                </a:ext>
              </a:extLst>
            </p:cNvPr>
            <p:cNvCxnSpPr>
              <a:stCxn id="73" idx="2"/>
              <a:endCxn id="74"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3F32F2D1-988D-4332-B0BF-1F62BBEC403D}"/>
                </a:ext>
              </a:extLst>
            </p:cNvPr>
            <p:cNvCxnSpPr>
              <a:cxnSpLocks/>
              <a:stCxn id="85" idx="3"/>
              <a:endCxn id="73"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6A4B0D9C-BEA8-48D2-A588-3F2BE7BCA47C}"/>
                </a:ext>
              </a:extLst>
            </p:cNvPr>
            <p:cNvCxnSpPr>
              <a:stCxn id="82" idx="5"/>
              <a:endCxn id="79"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A5CA3CA0-C36D-4FA7-85F4-F0A02C54B877}"/>
                </a:ext>
              </a:extLst>
            </p:cNvPr>
            <p:cNvCxnSpPr>
              <a:stCxn id="79" idx="3"/>
              <a:endCxn id="81"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696812B4-1394-4BFF-B422-D58E1B103A6D}"/>
                </a:ext>
              </a:extLst>
            </p:cNvPr>
            <p:cNvCxnSpPr>
              <a:stCxn id="83" idx="4"/>
              <a:endCxn id="79"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8A8D3381-8CB3-41A3-8A8D-0CCD63F13B7B}"/>
                </a:ext>
              </a:extLst>
            </p:cNvPr>
            <p:cNvCxnSpPr>
              <a:stCxn id="86" idx="4"/>
              <a:endCxn id="74"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83514259-906E-4F1D-B3D5-F42D4DA712CC}"/>
                </a:ext>
              </a:extLst>
            </p:cNvPr>
            <p:cNvCxnSpPr>
              <a:stCxn id="89" idx="6"/>
              <a:endCxn id="90"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5B4220D9-B18E-4934-BD91-FD1401F465B4}"/>
                </a:ext>
              </a:extLst>
            </p:cNvPr>
            <p:cNvCxnSpPr>
              <a:stCxn id="78" idx="7"/>
              <a:endCxn id="77"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2D02A6DF-D049-4AEC-8518-CC92E6696A35}"/>
                </a:ext>
              </a:extLst>
            </p:cNvPr>
            <p:cNvCxnSpPr>
              <a:stCxn id="79" idx="6"/>
              <a:endCxn id="78"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48E27FCE-D8C3-42D3-95DD-99A84FA931C0}"/>
                </a:ext>
              </a:extLst>
            </p:cNvPr>
            <p:cNvCxnSpPr>
              <a:stCxn id="86" idx="6"/>
              <a:endCxn id="73"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53897293-D836-49F2-BAC1-26EEF8DFD917}"/>
                </a:ext>
              </a:extLst>
            </p:cNvPr>
            <p:cNvCxnSpPr>
              <a:stCxn id="86" idx="3"/>
              <a:endCxn id="84"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FFD2569B-824D-433E-AA93-1E4B5CC99F2C}"/>
                </a:ext>
              </a:extLst>
            </p:cNvPr>
            <p:cNvCxnSpPr>
              <a:stCxn id="75" idx="3"/>
              <a:endCxn id="76"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E60F4466-763A-4E15-9832-14EBA67E5270}"/>
                </a:ext>
              </a:extLst>
            </p:cNvPr>
            <p:cNvCxnSpPr>
              <a:stCxn id="77" idx="4"/>
              <a:endCxn id="76"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AB080B9D-B4D9-45AE-B19C-69B0EDC82744}"/>
                </a:ext>
              </a:extLst>
            </p:cNvPr>
            <p:cNvCxnSpPr>
              <a:stCxn id="78" idx="5"/>
              <a:endCxn id="76"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1AFA9AD1-4493-4446-BAD7-1830A0140302}"/>
                </a:ext>
              </a:extLst>
            </p:cNvPr>
            <p:cNvCxnSpPr>
              <a:stCxn id="83" idx="6"/>
              <a:endCxn id="78"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D537EAC0-161B-40B1-80EC-15AE8B846633}"/>
                </a:ext>
              </a:extLst>
            </p:cNvPr>
            <p:cNvCxnSpPr>
              <a:stCxn id="87" idx="2"/>
              <a:endCxn id="83"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AF7BDAFC-CE8E-49B2-B65A-59C675A5884F}"/>
                </a:ext>
              </a:extLst>
            </p:cNvPr>
            <p:cNvCxnSpPr>
              <a:stCxn id="86" idx="2"/>
              <a:endCxn id="90"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D8944C6B-0F32-4F53-8D9F-772778DB328F}"/>
                </a:ext>
              </a:extLst>
            </p:cNvPr>
            <p:cNvCxnSpPr>
              <a:cxnSpLocks/>
              <a:stCxn id="85" idx="2"/>
              <a:endCxn id="86"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04BFD29C-4C1D-4EBA-A517-9F4E0121E2C8}"/>
                </a:ext>
              </a:extLst>
            </p:cNvPr>
            <p:cNvCxnSpPr>
              <a:stCxn id="90" idx="5"/>
              <a:endCxn id="84"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E5C057DA-3ED5-4AD1-BDDF-AF9079C0F07C}"/>
                </a:ext>
              </a:extLst>
            </p:cNvPr>
            <p:cNvCxnSpPr>
              <a:stCxn id="87" idx="5"/>
              <a:endCxn id="78"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EF5AF740-C161-49F2-A20D-6BBF22555FE9}"/>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BFD249CB-D739-4597-AEFB-ED5D81FE9262}"/>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496F6AD6-B920-45E5-A150-0F25FCBD4FFE}"/>
                </a:ext>
              </a:extLst>
            </p:cNvPr>
            <p:cNvCxnSpPr>
              <a:stCxn id="75" idx="6"/>
              <a:endCxn id="90"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B24CD7E6-701F-410C-8937-11BEA526E0E9}"/>
                </a:ext>
              </a:extLst>
            </p:cNvPr>
            <p:cNvCxnSpPr>
              <a:stCxn id="75" idx="0"/>
              <a:endCxn id="89"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2AD664E7-1928-459B-87B1-F3E175ED44E5}"/>
                </a:ext>
              </a:extLst>
            </p:cNvPr>
            <p:cNvCxnSpPr>
              <a:stCxn id="75" idx="1"/>
              <a:endCxn id="77"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774F650A-2702-47C2-B9A4-9C5C71B21A63}"/>
                </a:ext>
              </a:extLst>
            </p:cNvPr>
            <p:cNvCxnSpPr>
              <a:endCxn id="77"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6C23FB9B-3CE3-4DBA-BEC9-88B3C006A4E4}"/>
                </a:ext>
              </a:extLst>
            </p:cNvPr>
            <p:cNvCxnSpPr>
              <a:stCxn id="89"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44AEEE34-A2D5-44C9-9248-3056BE01EDDB}"/>
                </a:ext>
              </a:extLst>
            </p:cNvPr>
            <p:cNvCxnSpPr>
              <a:cxnSpLocks/>
              <a:endCxn id="89"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3ACA1D7E-83C2-4B0B-9173-4A7092D8FA02}"/>
                </a:ext>
              </a:extLst>
            </p:cNvPr>
            <p:cNvCxnSpPr>
              <a:stCxn id="82" idx="7"/>
              <a:endCxn id="83"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BB38973A-B77E-4E3F-91B4-EFED61EA8591}"/>
                </a:ext>
              </a:extLst>
            </p:cNvPr>
            <p:cNvCxnSpPr>
              <a:stCxn id="82" idx="0"/>
              <a:endCxn id="88"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339FF751-D4D6-4226-B333-69498A4AA5AF}"/>
                </a:ext>
              </a:extLst>
            </p:cNvPr>
            <p:cNvCxnSpPr>
              <a:stCxn id="83" idx="1"/>
              <a:endCxn id="88"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a:extLst>
                <a:ext uri="{FF2B5EF4-FFF2-40B4-BE49-F238E27FC236}">
                  <a16:creationId xmlns:a16="http://schemas.microsoft.com/office/drawing/2014/main" id="{0895E182-2E14-4002-A0EE-80994E669710}"/>
                </a:ext>
              </a:extLst>
            </p:cNvPr>
            <p:cNvCxnSpPr>
              <a:cxnSpLocks/>
              <a:stCxn id="78"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id="{769BFAA9-34A8-4A5E-BEF1-85D1E7ADFDEF}"/>
                </a:ext>
              </a:extLst>
            </p:cNvPr>
            <p:cNvCxnSpPr>
              <a:cxnSpLocks/>
              <a:stCxn id="87"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1A6F8B03-CBCD-4450-9B9B-CF4BD1305566}"/>
                </a:ext>
              </a:extLst>
            </p:cNvPr>
            <p:cNvCxnSpPr>
              <a:stCxn id="81" idx="0"/>
              <a:endCxn id="82"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DCA3ECFB-8E81-4F8F-8711-39144C3C2B41}"/>
                </a:ext>
              </a:extLst>
            </p:cNvPr>
            <p:cNvCxnSpPr>
              <a:cxnSpLocks/>
              <a:stCxn id="81"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F47B8A72-1C19-4B8C-A62F-2EF233DA7362}"/>
                </a:ext>
              </a:extLst>
            </p:cNvPr>
            <p:cNvCxnSpPr>
              <a:endCxn id="90"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9" name="直接连接符 128">
              <a:extLst>
                <a:ext uri="{FF2B5EF4-FFF2-40B4-BE49-F238E27FC236}">
                  <a16:creationId xmlns:a16="http://schemas.microsoft.com/office/drawing/2014/main" id="{308703E1-A490-4418-9CB3-73D187FD2D79}"/>
                </a:ext>
              </a:extLst>
            </p:cNvPr>
            <p:cNvCxnSpPr>
              <a:stCxn id="74" idx="3"/>
              <a:endCxn id="84"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BE40DEB4-A593-4937-84D9-12693ED9F155}"/>
                </a:ext>
              </a:extLst>
            </p:cNvPr>
            <p:cNvCxnSpPr>
              <a:cxnSpLocks/>
              <a:endCxn id="91"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543BF644-F6E7-493A-B20F-BB4C13D992ED}"/>
                </a:ext>
              </a:extLst>
            </p:cNvPr>
            <p:cNvCxnSpPr>
              <a:cxnSpLocks/>
              <a:stCxn id="86"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132" name="直接连接符 131">
              <a:extLst>
                <a:ext uri="{FF2B5EF4-FFF2-40B4-BE49-F238E27FC236}">
                  <a16:creationId xmlns:a16="http://schemas.microsoft.com/office/drawing/2014/main" id="{EF8C5D9B-D8CE-4135-8297-E6B0C7A31165}"/>
                </a:ext>
              </a:extLst>
            </p:cNvPr>
            <p:cNvCxnSpPr>
              <a:stCxn id="88"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133" name="直接连接符 132">
              <a:extLst>
                <a:ext uri="{FF2B5EF4-FFF2-40B4-BE49-F238E27FC236}">
                  <a16:creationId xmlns:a16="http://schemas.microsoft.com/office/drawing/2014/main" id="{07DE3EF8-5DD0-4312-9798-8FE2DEEED6EE}"/>
                </a:ext>
              </a:extLst>
            </p:cNvPr>
            <p:cNvCxnSpPr>
              <a:stCxn id="91"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grpSp>
      <p:grpSp>
        <p:nvGrpSpPr>
          <p:cNvPr id="8" name="组合 7">
            <a:extLst>
              <a:ext uri="{FF2B5EF4-FFF2-40B4-BE49-F238E27FC236}">
                <a16:creationId xmlns:a16="http://schemas.microsoft.com/office/drawing/2014/main" id="{7A3947A1-486F-4CA5-B6FE-99E859380C87}"/>
              </a:ext>
            </a:extLst>
          </p:cNvPr>
          <p:cNvGrpSpPr/>
          <p:nvPr userDrawn="1"/>
        </p:nvGrpSpPr>
        <p:grpSpPr>
          <a:xfrm>
            <a:off x="-14417" y="-36940"/>
            <a:ext cx="7711084" cy="941457"/>
            <a:chOff x="-14417" y="-36940"/>
            <a:chExt cx="7711084" cy="941457"/>
          </a:xfrm>
        </p:grpSpPr>
        <p:sp>
          <p:nvSpPr>
            <p:cNvPr id="11" name="椭圆 10">
              <a:extLst>
                <a:ext uri="{FF2B5EF4-FFF2-40B4-BE49-F238E27FC236}">
                  <a16:creationId xmlns:a16="http://schemas.microsoft.com/office/drawing/2014/main" id="{1E70C58A-5A85-4832-B6D7-16830C470707}"/>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DC82F87F-1BF8-46C1-A5E3-DA3CF824850F}"/>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614CD21A-C39D-4795-83CD-774FD349585D}"/>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EB2837F6-1D7D-46DA-8111-809E9C8B0A67}"/>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01AB2BC1-E267-4710-B496-D53DA744DE3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6E02D594-6540-4CD5-9CDE-9001117B20E9}"/>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D7450177-3DC4-4063-9A91-85BDBC7A780E}"/>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CB691F92-4285-438C-8B71-569CDBA913BC}"/>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07D649CF-34AF-43C0-80EE-504F388BEB1A}"/>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6C3BC982-0A71-4DAD-AC1C-2DEA049913C3}"/>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177E03B8-1E2B-4537-A018-26391B9575C4}"/>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1592E938-A3ED-44EC-93E9-1785BE2E4EDD}"/>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CDCEBC96-4EF5-41F1-9446-466FFB5DC9CD}"/>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B0785AE5-CD30-41AA-ACB0-765EB9154018}"/>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4F9C78BD-7254-43D0-B63D-81A0C10A2BC2}"/>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200D9AED-3611-4A19-A09B-53C3B2A2818F}"/>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A6F858B9-2052-4F86-BC88-E78AD36ED096}"/>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6BCFA25F-2B9D-4F6E-B38B-19F53F45D1CF}"/>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a:extLst>
                <a:ext uri="{FF2B5EF4-FFF2-40B4-BE49-F238E27FC236}">
                  <a16:creationId xmlns:a16="http://schemas.microsoft.com/office/drawing/2014/main" id="{EF57988D-049C-4D78-A536-99EC4D0BAB04}"/>
                </a:ext>
              </a:extLst>
            </p:cNvPr>
            <p:cNvCxnSpPr>
              <a:stCxn id="11" idx="6"/>
              <a:endCxn id="28"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F3D42FA-2034-4BBA-AFD3-B3C0A5A65D39}"/>
                </a:ext>
              </a:extLst>
            </p:cNvPr>
            <p:cNvCxnSpPr>
              <a:stCxn id="11" idx="2"/>
              <a:endCxn id="12"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0B24ED17-C590-4CB2-B1A4-6D7EC6DCA772}"/>
                </a:ext>
              </a:extLst>
            </p:cNvPr>
            <p:cNvCxnSpPr>
              <a:cxnSpLocks/>
              <a:stCxn id="22" idx="3"/>
              <a:endCxn id="11"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99834F15-9349-468B-B5E5-8659E935A5A2}"/>
                </a:ext>
              </a:extLst>
            </p:cNvPr>
            <p:cNvCxnSpPr>
              <a:stCxn id="19" idx="5"/>
              <a:endCxn id="17"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A336D1BB-3A65-4649-9B52-09502722C357}"/>
                </a:ext>
              </a:extLst>
            </p:cNvPr>
            <p:cNvCxnSpPr>
              <a:stCxn id="17" idx="3"/>
              <a:endCxn id="18"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830AE0D1-FDFD-46A6-829E-66306B877083}"/>
                </a:ext>
              </a:extLst>
            </p:cNvPr>
            <p:cNvCxnSpPr>
              <a:stCxn id="20" idx="4"/>
              <a:endCxn id="17"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6AA5C445-D90A-4189-A07F-D15BA880046F}"/>
                </a:ext>
              </a:extLst>
            </p:cNvPr>
            <p:cNvCxnSpPr>
              <a:stCxn id="23" idx="4"/>
              <a:endCxn id="12"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0F8A100-95DF-45C4-A02E-0C8C46B4314C}"/>
                </a:ext>
              </a:extLst>
            </p:cNvPr>
            <p:cNvCxnSpPr>
              <a:stCxn id="26" idx="6"/>
              <a:endCxn id="27"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DDDB52B-FF38-4869-8A0D-494CE5550BDB}"/>
                </a:ext>
              </a:extLst>
            </p:cNvPr>
            <p:cNvCxnSpPr>
              <a:stCxn id="16" idx="7"/>
              <a:endCxn id="15"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F63548ED-507F-4F3D-836C-81039DF3B1E7}"/>
                </a:ext>
              </a:extLst>
            </p:cNvPr>
            <p:cNvCxnSpPr>
              <a:stCxn id="17" idx="6"/>
              <a:endCxn id="16"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719E4C08-CB97-4EC4-A528-10913EA80E69}"/>
                </a:ext>
              </a:extLst>
            </p:cNvPr>
            <p:cNvCxnSpPr>
              <a:stCxn id="23" idx="6"/>
              <a:endCxn id="11"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1511854-D175-4227-8D60-EBAF0717F6DD}"/>
                </a:ext>
              </a:extLst>
            </p:cNvPr>
            <p:cNvCxnSpPr>
              <a:stCxn id="23" idx="3"/>
              <a:endCxn id="21"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76E4B19-9F97-4F83-AA6D-5A8CBE468573}"/>
                </a:ext>
              </a:extLst>
            </p:cNvPr>
            <p:cNvCxnSpPr>
              <a:stCxn id="13" idx="3"/>
              <a:endCxn id="14"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57A9D0DD-9F1B-4A1A-B7F1-B6E664603E79}"/>
                </a:ext>
              </a:extLst>
            </p:cNvPr>
            <p:cNvCxnSpPr>
              <a:stCxn id="15" idx="4"/>
              <a:endCxn id="14"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C284FBF-DF36-40EF-86F6-16AC04A270E2}"/>
                </a:ext>
              </a:extLst>
            </p:cNvPr>
            <p:cNvCxnSpPr>
              <a:stCxn id="16" idx="5"/>
              <a:endCxn id="14"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1383EE05-8E61-4A85-A91D-D1417FCC1D5F}"/>
                </a:ext>
              </a:extLst>
            </p:cNvPr>
            <p:cNvCxnSpPr>
              <a:stCxn id="20" idx="6"/>
              <a:endCxn id="16"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8A049FF-C96C-460A-B2CD-FFC3F6D73658}"/>
                </a:ext>
              </a:extLst>
            </p:cNvPr>
            <p:cNvCxnSpPr>
              <a:stCxn id="24" idx="2"/>
              <a:endCxn id="20"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706D5248-8E0C-47C8-A71F-38D641918AF8}"/>
                </a:ext>
              </a:extLst>
            </p:cNvPr>
            <p:cNvCxnSpPr>
              <a:stCxn id="23" idx="2"/>
              <a:endCxn id="27"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ADAE38AF-A576-42C8-8850-5F9F0F06D3FA}"/>
                </a:ext>
              </a:extLst>
            </p:cNvPr>
            <p:cNvCxnSpPr>
              <a:cxnSpLocks/>
              <a:stCxn id="22" idx="2"/>
              <a:endCxn id="23"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6B8FE99F-F5FC-4420-B37A-75F109AE28D7}"/>
                </a:ext>
              </a:extLst>
            </p:cNvPr>
            <p:cNvCxnSpPr>
              <a:stCxn id="27" idx="5"/>
              <a:endCxn id="21"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5EA1E4D-310E-4749-B60D-9B05C967D9B0}"/>
                </a:ext>
              </a:extLst>
            </p:cNvPr>
            <p:cNvCxnSpPr>
              <a:stCxn id="24" idx="5"/>
              <a:endCxn id="16"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F1EBD42-7758-4DD4-B8E1-8C41CBFEDC0F}"/>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DB5DFAE-307D-4F16-BF3B-C5F160B3D503}"/>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18921FA-0CC5-4DF5-B3EC-CB661C7EB6BB}"/>
                </a:ext>
              </a:extLst>
            </p:cNvPr>
            <p:cNvCxnSpPr>
              <a:stCxn id="13" idx="6"/>
              <a:endCxn id="27"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95C4407-68F4-456A-A554-50261B51366A}"/>
                </a:ext>
              </a:extLst>
            </p:cNvPr>
            <p:cNvCxnSpPr>
              <a:stCxn id="13" idx="0"/>
              <a:endCxn id="26"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92379BE-F813-4A7D-8340-42365B6A55DA}"/>
                </a:ext>
              </a:extLst>
            </p:cNvPr>
            <p:cNvCxnSpPr>
              <a:stCxn id="13" idx="1"/>
              <a:endCxn id="15"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C25CA83-739A-45BB-9832-DEE30BADFDB4}"/>
                </a:ext>
              </a:extLst>
            </p:cNvPr>
            <p:cNvCxnSpPr>
              <a:endCxn id="15"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3E807B79-5434-4949-8936-50FCA93E0E43}"/>
                </a:ext>
              </a:extLst>
            </p:cNvPr>
            <p:cNvCxnSpPr>
              <a:stCxn id="26"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728192E-902E-423E-B8CF-43B2D5A20881}"/>
                </a:ext>
              </a:extLst>
            </p:cNvPr>
            <p:cNvCxnSpPr>
              <a:cxnSpLocks/>
              <a:endCxn id="26"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6CB4E7A-44DB-4A64-93F2-BB06DBC99A07}"/>
                </a:ext>
              </a:extLst>
            </p:cNvPr>
            <p:cNvCxnSpPr>
              <a:stCxn id="19" idx="7"/>
              <a:endCxn id="20"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EDBE1156-FDC8-4DE2-B587-33F0C37EFB69}"/>
                </a:ext>
              </a:extLst>
            </p:cNvPr>
            <p:cNvCxnSpPr>
              <a:stCxn id="19" idx="0"/>
              <a:endCxn id="25"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F0E83090-2481-476D-ACEF-A67D7B5914B7}"/>
                </a:ext>
              </a:extLst>
            </p:cNvPr>
            <p:cNvCxnSpPr>
              <a:stCxn id="20" idx="1"/>
              <a:endCxn id="25"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B1DAAC1-BA9B-409D-970B-A5D12C8596EA}"/>
                </a:ext>
              </a:extLst>
            </p:cNvPr>
            <p:cNvCxnSpPr>
              <a:cxnSpLocks/>
              <a:stCxn id="16"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7500C3F-46B3-4B5C-9EC2-A1949BC93DC9}"/>
                </a:ext>
              </a:extLst>
            </p:cNvPr>
            <p:cNvCxnSpPr>
              <a:cxnSpLocks/>
              <a:stCxn id="24"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88F8415-9756-402F-BE52-8D940D473116}"/>
                </a:ext>
              </a:extLst>
            </p:cNvPr>
            <p:cNvCxnSpPr>
              <a:stCxn id="18" idx="0"/>
              <a:endCxn id="19"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20BA3FF9-1E96-463A-BBE8-7EC376F780F2}"/>
                </a:ext>
              </a:extLst>
            </p:cNvPr>
            <p:cNvCxnSpPr>
              <a:cxnSpLocks/>
              <a:stCxn id="18"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5853B213-278D-402D-B8CB-B123C2391C51}"/>
                </a:ext>
              </a:extLst>
            </p:cNvPr>
            <p:cNvCxnSpPr>
              <a:endCxn id="27"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7998B8E8-1748-4FD0-8836-FD7CD490892E}"/>
                </a:ext>
              </a:extLst>
            </p:cNvPr>
            <p:cNvCxnSpPr>
              <a:stCxn id="12" idx="3"/>
              <a:endCxn id="21"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EDA45374-C937-4FE7-A5B2-17A39F48B82B}"/>
                </a:ext>
              </a:extLst>
            </p:cNvPr>
            <p:cNvCxnSpPr>
              <a:cxnSpLocks/>
              <a:endCxn id="28"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B6B7628-4AF9-4E43-B218-328CB255493B}"/>
                </a:ext>
              </a:extLst>
            </p:cNvPr>
            <p:cNvCxnSpPr>
              <a:cxnSpLocks/>
              <a:stCxn id="23"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72" name="直接连接符 71">
              <a:extLst>
                <a:ext uri="{FF2B5EF4-FFF2-40B4-BE49-F238E27FC236}">
                  <a16:creationId xmlns:a16="http://schemas.microsoft.com/office/drawing/2014/main" id="{14CAEE0F-D202-4D7A-AAC0-A5409DD85BF2}"/>
                </a:ext>
              </a:extLst>
            </p:cNvPr>
            <p:cNvCxnSpPr>
              <a:stCxn id="25"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80" name="直接连接符 79">
              <a:extLst>
                <a:ext uri="{FF2B5EF4-FFF2-40B4-BE49-F238E27FC236}">
                  <a16:creationId xmlns:a16="http://schemas.microsoft.com/office/drawing/2014/main" id="{028D3624-D8D9-4963-B1CD-9EB136A70384}"/>
                </a:ext>
              </a:extLst>
            </p:cNvPr>
            <p:cNvCxnSpPr>
              <a:stCxn id="28"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grpSp>
      <p:sp>
        <p:nvSpPr>
          <p:cNvPr id="6" name="Freeform 25">
            <a:extLst>
              <a:ext uri="{FF2B5EF4-FFF2-40B4-BE49-F238E27FC236}">
                <a16:creationId xmlns:a16="http://schemas.microsoft.com/office/drawing/2014/main" id="{38B69EE1-BCFE-4371-B597-971E0649EC0B}"/>
              </a:ext>
            </a:extLst>
          </p:cNvPr>
          <p:cNvSpPr>
            <a:spLocks noChangeArrowheads="1"/>
          </p:cNvSpPr>
          <p:nvPr userDrawn="1"/>
        </p:nvSpPr>
        <p:spPr bwMode="auto">
          <a:xfrm>
            <a:off x="11116689" y="136525"/>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IBM Plex Sans Light" panose="020B0403050203000203" pitchFamily="34" charset="0"/>
              <a:sym typeface="Exo 2 Light" panose="00000400000000000000" pitchFamily="50" charset="0"/>
            </a:endParaRPr>
          </a:p>
        </p:txBody>
      </p:sp>
      <p:sp>
        <p:nvSpPr>
          <p:cNvPr id="7" name="TextBox 26">
            <a:extLst>
              <a:ext uri="{FF2B5EF4-FFF2-40B4-BE49-F238E27FC236}">
                <a16:creationId xmlns:a16="http://schemas.microsoft.com/office/drawing/2014/main" id="{7D80F13B-F800-4F65-9D06-0B1624B47232}"/>
              </a:ext>
            </a:extLst>
          </p:cNvPr>
          <p:cNvSpPr txBox="1"/>
          <p:nvPr userDrawn="1"/>
        </p:nvSpPr>
        <p:spPr>
          <a:xfrm>
            <a:off x="7957921" y="217993"/>
            <a:ext cx="3153427" cy="469359"/>
          </a:xfrm>
          <a:prstGeom prst="rect">
            <a:avLst/>
          </a:prstGeom>
          <a:noFill/>
        </p:spPr>
        <p:txBody>
          <a:bodyPr wrap="none" rtlCol="0">
            <a:spAutoFit/>
          </a:bodyPr>
          <a:lstStyle/>
          <a:p>
            <a:pPr algn="r"/>
            <a:r>
              <a:rPr lang="en-US" altLang="zh-CN" sz="1400" b="1" kern="1200" dirty="0">
                <a:solidFill>
                  <a:schemeClr val="tx1">
                    <a:lumMod val="75000"/>
                    <a:lumOff val="25000"/>
                  </a:schemeClr>
                </a:solidFill>
                <a:latin typeface="微软雅黑" panose="020B0503020204020204" pitchFamily="34" charset="-122"/>
                <a:ea typeface="微软雅黑" panose="020B0503020204020204" pitchFamily="34" charset="-122"/>
                <a:cs typeface="Exo 2 Thin" charset="0"/>
                <a:sym typeface="Exo 2 Light" panose="00000400000000000000" pitchFamily="50" charset="0"/>
              </a:rPr>
              <a:t>MAC</a:t>
            </a:r>
          </a:p>
          <a:p>
            <a:pPr algn="r"/>
            <a:r>
              <a:rPr lang="en-US" altLang="zh-CN"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rPr>
              <a:t>Medium access control</a:t>
            </a:r>
            <a:endParaRPr lang="en-US"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endParaRPr>
          </a:p>
        </p:txBody>
      </p:sp>
      <p:sp>
        <p:nvSpPr>
          <p:cNvPr id="2" name="矩形 1">
            <a:extLst>
              <a:ext uri="{FF2B5EF4-FFF2-40B4-BE49-F238E27FC236}">
                <a16:creationId xmlns:a16="http://schemas.microsoft.com/office/drawing/2014/main" id="{C0291C21-5CD9-4C0A-A1F9-B35A9D1269FC}"/>
              </a:ext>
            </a:extLst>
          </p:cNvPr>
          <p:cNvSpPr/>
          <p:nvPr userDrawn="1"/>
        </p:nvSpPr>
        <p:spPr>
          <a:xfrm>
            <a:off x="695834" y="1032229"/>
            <a:ext cx="10800000" cy="5040000"/>
          </a:xfrm>
          <a:prstGeom prst="rect">
            <a:avLst/>
          </a:prstGeom>
          <a:solidFill>
            <a:schemeClr val="bg1"/>
          </a:solidFill>
          <a:ln>
            <a:solidFill>
              <a:schemeClr val="bg1">
                <a:lumMod val="95000"/>
              </a:schemeClr>
            </a:solidFill>
          </a:ln>
          <a:effectLst>
            <a:outerShdw blurRad="508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0" name="文本占位符 8">
            <a:extLst>
              <a:ext uri="{FF2B5EF4-FFF2-40B4-BE49-F238E27FC236}">
                <a16:creationId xmlns:a16="http://schemas.microsoft.com/office/drawing/2014/main" id="{9688E790-5753-47AE-9AE4-065DB60D20A1}"/>
              </a:ext>
            </a:extLst>
          </p:cNvPr>
          <p:cNvSpPr>
            <a:spLocks noGrp="1"/>
          </p:cNvSpPr>
          <p:nvPr>
            <p:ph type="body" sz="quarter" idx="13" hasCustomPrompt="1"/>
          </p:nvPr>
        </p:nvSpPr>
        <p:spPr>
          <a:xfrm>
            <a:off x="695466" y="672447"/>
            <a:ext cx="3286125" cy="542516"/>
          </a:xfrm>
          <a:solidFill>
            <a:schemeClr val="accent2">
              <a:lumMod val="75000"/>
            </a:schemeClr>
          </a:solidFill>
          <a:ln>
            <a:solidFill>
              <a:schemeClr val="accent2">
                <a:lumMod val="50000"/>
              </a:schemeClr>
            </a:solidFill>
          </a:ln>
        </p:spPr>
        <p:txBody>
          <a:bodyPr anchor="ctr" anchorCtr="0"/>
          <a:lstStyle>
            <a:lvl1pPr marL="0" indent="0" algn="ctr">
              <a:buNone/>
              <a:defRPr>
                <a:solidFill>
                  <a:schemeClr val="bg1"/>
                </a:solidFill>
                <a:latin typeface="微软雅黑" panose="020B0503020204020204" pitchFamily="34" charset="-122"/>
                <a:ea typeface="微软雅黑" panose="020B0503020204020204" pitchFamily="34" charset="-122"/>
              </a:defRPr>
            </a:lvl1pPr>
            <a:lvl2pPr marL="457200" indent="0">
              <a:buNone/>
              <a:defRPr>
                <a:latin typeface="微软雅黑" panose="020B0503020204020204" pitchFamily="34" charset="-122"/>
                <a:ea typeface="微软雅黑" panose="020B0503020204020204" pitchFamily="34" charset="-122"/>
              </a:defRPr>
            </a:lvl2pPr>
            <a:lvl3pPr marL="914400" indent="0">
              <a:buNone/>
              <a:defRPr>
                <a:latin typeface="微软雅黑" panose="020B0503020204020204" pitchFamily="34" charset="-122"/>
                <a:ea typeface="微软雅黑" panose="020B0503020204020204" pitchFamily="34" charset="-122"/>
              </a:defRPr>
            </a:lvl3pPr>
            <a:lvl4pPr marL="1371600" indent="0">
              <a:buNone/>
              <a:defRPr>
                <a:latin typeface="微软雅黑" panose="020B0503020204020204" pitchFamily="34" charset="-122"/>
                <a:ea typeface="微软雅黑" panose="020B0503020204020204" pitchFamily="34" charset="-122"/>
              </a:defRPr>
            </a:lvl4pPr>
            <a:lvl5pPr marL="1828800" indent="0">
              <a:buNone/>
              <a:defRPr>
                <a:latin typeface="微软雅黑" panose="020B0503020204020204" pitchFamily="34" charset="-122"/>
                <a:ea typeface="微软雅黑" panose="020B0503020204020204" pitchFamily="34" charset="-122"/>
              </a:defRPr>
            </a:lvl5pPr>
          </a:lstStyle>
          <a:p>
            <a:pPr lvl="0"/>
            <a:r>
              <a:rPr lang="zh-CN" altLang="en-US" dirty="0"/>
              <a:t>版文本样式</a:t>
            </a:r>
          </a:p>
        </p:txBody>
      </p:sp>
      <p:sp>
        <p:nvSpPr>
          <p:cNvPr id="9" name="直角三角形 8">
            <a:extLst>
              <a:ext uri="{FF2B5EF4-FFF2-40B4-BE49-F238E27FC236}">
                <a16:creationId xmlns:a16="http://schemas.microsoft.com/office/drawing/2014/main" id="{27E6DB47-D228-4E26-9861-0E71F9A9A745}"/>
              </a:ext>
            </a:extLst>
          </p:cNvPr>
          <p:cNvSpPr>
            <a:spLocks/>
          </p:cNvSpPr>
          <p:nvPr userDrawn="1"/>
        </p:nvSpPr>
        <p:spPr>
          <a:xfrm>
            <a:off x="3981591" y="672447"/>
            <a:ext cx="252000" cy="360000"/>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占位符 67">
            <a:extLst>
              <a:ext uri="{FF2B5EF4-FFF2-40B4-BE49-F238E27FC236}">
                <a16:creationId xmlns:a16="http://schemas.microsoft.com/office/drawing/2014/main" id="{F566F8F7-2EB5-48F8-862D-711430CE971A}"/>
              </a:ext>
            </a:extLst>
          </p:cNvPr>
          <p:cNvSpPr>
            <a:spLocks noGrp="1"/>
          </p:cNvSpPr>
          <p:nvPr>
            <p:ph type="body" sz="quarter" idx="14"/>
          </p:nvPr>
        </p:nvSpPr>
        <p:spPr>
          <a:xfrm>
            <a:off x="1148460" y="1510985"/>
            <a:ext cx="9962887" cy="4115817"/>
          </a:xfrm>
        </p:spPr>
        <p:txBody>
          <a:bodyPr>
            <a:normAutofit/>
          </a:bodyPr>
          <a:lstStyle>
            <a:lvl1pPr marL="0" indent="0" algn="just">
              <a:buNone/>
              <a:defRPr sz="1800">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单击此处编辑母版文本样式</a:t>
            </a:r>
          </a:p>
        </p:txBody>
      </p:sp>
      <p:sp>
        <p:nvSpPr>
          <p:cNvPr id="134" name="文本占位符 133">
            <a:extLst>
              <a:ext uri="{FF2B5EF4-FFF2-40B4-BE49-F238E27FC236}">
                <a16:creationId xmlns:a16="http://schemas.microsoft.com/office/drawing/2014/main" id="{B5619979-E434-4707-BF44-47FBECFEE61D}"/>
              </a:ext>
            </a:extLst>
          </p:cNvPr>
          <p:cNvSpPr>
            <a:spLocks noGrp="1"/>
          </p:cNvSpPr>
          <p:nvPr>
            <p:ph type="body" sz="quarter" idx="15"/>
          </p:nvPr>
        </p:nvSpPr>
        <p:spPr>
          <a:xfrm>
            <a:off x="695466" y="6255764"/>
            <a:ext cx="8345771" cy="313932"/>
          </a:xfrm>
        </p:spPr>
        <p:txBody>
          <a:bodyPr anchor="ctr" anchorCtr="0">
            <a:spAutoFit/>
          </a:bodyPr>
          <a:lstStyle>
            <a:lvl1pPr marL="0" indent="0">
              <a:buNone/>
              <a:defRPr sz="1600">
                <a:latin typeface="微软雅黑 Light" panose="020B0502040204020203" pitchFamily="34" charset="-122"/>
                <a:ea typeface="微软雅黑 Light" panose="020B0502040204020203" pitchFamily="34" charset="-122"/>
              </a:defRPr>
            </a:lvl1pPr>
            <a:lvl2pPr marL="457200" indent="0">
              <a:buNone/>
              <a:defRPr sz="1600">
                <a:latin typeface="微软雅黑 Light" panose="020B0502040204020203" pitchFamily="34" charset="-122"/>
                <a:ea typeface="微软雅黑 Light" panose="020B0502040204020203" pitchFamily="34" charset="-122"/>
              </a:defRPr>
            </a:lvl2pPr>
            <a:lvl3pPr marL="914400" indent="0">
              <a:buNone/>
              <a:defRPr sz="1600">
                <a:latin typeface="微软雅黑 Light" panose="020B0502040204020203" pitchFamily="34" charset="-122"/>
                <a:ea typeface="微软雅黑 Light" panose="020B0502040204020203" pitchFamily="34" charset="-122"/>
              </a:defRPr>
            </a:lvl3pPr>
            <a:lvl4pPr marL="1371600" indent="0">
              <a:buNone/>
              <a:defRPr sz="1600">
                <a:latin typeface="微软雅黑 Light" panose="020B0502040204020203" pitchFamily="34" charset="-122"/>
                <a:ea typeface="微软雅黑 Light" panose="020B0502040204020203" pitchFamily="34" charset="-122"/>
              </a:defRPr>
            </a:lvl4pPr>
            <a:lvl5pPr marL="1828800" indent="0">
              <a:buNone/>
              <a:defRPr sz="1600">
                <a:latin typeface="微软雅黑 Light" panose="020B0502040204020203" pitchFamily="34" charset="-122"/>
                <a:ea typeface="微软雅黑 Light" panose="020B0502040204020203" pitchFamily="34" charset="-122"/>
              </a:defRPr>
            </a:lvl5pPr>
          </a:lstStyle>
          <a:p>
            <a:pPr lvl="0"/>
            <a:r>
              <a:rPr lang="zh-CN" altLang="en-US" dirty="0"/>
              <a:t>单击此处编辑母版文本样式</a:t>
            </a:r>
          </a:p>
        </p:txBody>
      </p:sp>
    </p:spTree>
    <p:extLst>
      <p:ext uri="{BB962C8B-B14F-4D97-AF65-F5344CB8AC3E}">
        <p14:creationId xmlns:p14="http://schemas.microsoft.com/office/powerpoint/2010/main" val="41167756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RP">
    <p:spTree>
      <p:nvGrpSpPr>
        <p:cNvPr id="1" name=""/>
        <p:cNvGrpSpPr/>
        <p:nvPr/>
      </p:nvGrpSpPr>
      <p:grpSpPr>
        <a:xfrm>
          <a:off x="0" y="0"/>
          <a:ext cx="0" cy="0"/>
          <a:chOff x="0" y="0"/>
          <a:chExt cx="0" cy="0"/>
        </a:xfrm>
      </p:grpSpPr>
      <p:sp>
        <p:nvSpPr>
          <p:cNvPr id="6" name="Freeform 25">
            <a:extLst>
              <a:ext uri="{FF2B5EF4-FFF2-40B4-BE49-F238E27FC236}">
                <a16:creationId xmlns:a16="http://schemas.microsoft.com/office/drawing/2014/main" id="{38B69EE1-BCFE-4371-B597-971E0649EC0B}"/>
              </a:ext>
            </a:extLst>
          </p:cNvPr>
          <p:cNvSpPr>
            <a:spLocks noChangeArrowheads="1"/>
          </p:cNvSpPr>
          <p:nvPr userDrawn="1"/>
        </p:nvSpPr>
        <p:spPr bwMode="auto">
          <a:xfrm>
            <a:off x="11116689" y="136525"/>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IBM Plex Sans Light" panose="020B0403050203000203" pitchFamily="34" charset="0"/>
              <a:sym typeface="Exo 2 Light" panose="00000400000000000000" pitchFamily="50" charset="0"/>
            </a:endParaRPr>
          </a:p>
        </p:txBody>
      </p:sp>
      <p:sp>
        <p:nvSpPr>
          <p:cNvPr id="7" name="TextBox 26">
            <a:extLst>
              <a:ext uri="{FF2B5EF4-FFF2-40B4-BE49-F238E27FC236}">
                <a16:creationId xmlns:a16="http://schemas.microsoft.com/office/drawing/2014/main" id="{7D80F13B-F800-4F65-9D06-0B1624B47232}"/>
              </a:ext>
            </a:extLst>
          </p:cNvPr>
          <p:cNvSpPr txBox="1"/>
          <p:nvPr userDrawn="1"/>
        </p:nvSpPr>
        <p:spPr>
          <a:xfrm>
            <a:off x="6789331" y="217993"/>
            <a:ext cx="4322017" cy="469359"/>
          </a:xfrm>
          <a:prstGeom prst="rect">
            <a:avLst/>
          </a:prstGeom>
          <a:noFill/>
        </p:spPr>
        <p:txBody>
          <a:bodyPr wrap="none" rtlCol="0">
            <a:spAutoFit/>
          </a:bodyPr>
          <a:lstStyle/>
          <a:p>
            <a:pPr algn="r"/>
            <a:r>
              <a:rPr 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rPr>
              <a:t>ARP</a:t>
            </a:r>
          </a:p>
          <a:p>
            <a:pPr algn="r"/>
            <a:r>
              <a:rPr lang="en-US" altLang="zh-CN"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rPr>
              <a:t>Addressing Resolution protocol</a:t>
            </a:r>
            <a:endParaRPr lang="en-US"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endParaRPr>
          </a:p>
        </p:txBody>
      </p:sp>
      <p:sp>
        <p:nvSpPr>
          <p:cNvPr id="11" name="椭圆 10">
            <a:extLst>
              <a:ext uri="{FF2B5EF4-FFF2-40B4-BE49-F238E27FC236}">
                <a16:creationId xmlns:a16="http://schemas.microsoft.com/office/drawing/2014/main" id="{1E70C58A-5A85-4832-B6D7-16830C470707}"/>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DC82F87F-1BF8-46C1-A5E3-DA3CF824850F}"/>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614CD21A-C39D-4795-83CD-774FD349585D}"/>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EB2837F6-1D7D-46DA-8111-809E9C8B0A67}"/>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01AB2BC1-E267-4710-B496-D53DA744DE3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6E02D594-6540-4CD5-9CDE-9001117B20E9}"/>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D7450177-3DC4-4063-9A91-85BDBC7A780E}"/>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CB691F92-4285-438C-8B71-569CDBA913BC}"/>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07D649CF-34AF-43C0-80EE-504F388BEB1A}"/>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6C3BC982-0A71-4DAD-AC1C-2DEA049913C3}"/>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177E03B8-1E2B-4537-A018-26391B9575C4}"/>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1592E938-A3ED-44EC-93E9-1785BE2E4EDD}"/>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CDCEBC96-4EF5-41F1-9446-466FFB5DC9CD}"/>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B0785AE5-CD30-41AA-ACB0-765EB9154018}"/>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4F9C78BD-7254-43D0-B63D-81A0C10A2BC2}"/>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200D9AED-3611-4A19-A09B-53C3B2A2818F}"/>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A6F858B9-2052-4F86-BC88-E78AD36ED096}"/>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6BCFA25F-2B9D-4F6E-B38B-19F53F45D1CF}"/>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a:extLst>
              <a:ext uri="{FF2B5EF4-FFF2-40B4-BE49-F238E27FC236}">
                <a16:creationId xmlns:a16="http://schemas.microsoft.com/office/drawing/2014/main" id="{EF57988D-049C-4D78-A536-99EC4D0BAB04}"/>
              </a:ext>
            </a:extLst>
          </p:cNvPr>
          <p:cNvCxnSpPr>
            <a:stCxn id="11" idx="6"/>
            <a:endCxn id="28"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F3D42FA-2034-4BBA-AFD3-B3C0A5A65D39}"/>
              </a:ext>
            </a:extLst>
          </p:cNvPr>
          <p:cNvCxnSpPr>
            <a:stCxn id="11" idx="2"/>
            <a:endCxn id="12"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0B24ED17-C590-4CB2-B1A4-6D7EC6DCA772}"/>
              </a:ext>
            </a:extLst>
          </p:cNvPr>
          <p:cNvCxnSpPr>
            <a:cxnSpLocks/>
            <a:stCxn id="22" idx="3"/>
            <a:endCxn id="11"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99834F15-9349-468B-B5E5-8659E935A5A2}"/>
              </a:ext>
            </a:extLst>
          </p:cNvPr>
          <p:cNvCxnSpPr>
            <a:stCxn id="19" idx="5"/>
            <a:endCxn id="17"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A336D1BB-3A65-4649-9B52-09502722C357}"/>
              </a:ext>
            </a:extLst>
          </p:cNvPr>
          <p:cNvCxnSpPr>
            <a:stCxn id="17" idx="3"/>
            <a:endCxn id="18"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830AE0D1-FDFD-46A6-829E-66306B877083}"/>
              </a:ext>
            </a:extLst>
          </p:cNvPr>
          <p:cNvCxnSpPr>
            <a:stCxn id="20" idx="4"/>
            <a:endCxn id="17"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6AA5C445-D90A-4189-A07F-D15BA880046F}"/>
              </a:ext>
            </a:extLst>
          </p:cNvPr>
          <p:cNvCxnSpPr>
            <a:stCxn id="23" idx="4"/>
            <a:endCxn id="12"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0F8A100-95DF-45C4-A02E-0C8C46B4314C}"/>
              </a:ext>
            </a:extLst>
          </p:cNvPr>
          <p:cNvCxnSpPr>
            <a:stCxn id="26" idx="6"/>
            <a:endCxn id="27"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DDDB52B-FF38-4869-8A0D-494CE5550BDB}"/>
              </a:ext>
            </a:extLst>
          </p:cNvPr>
          <p:cNvCxnSpPr>
            <a:stCxn id="16" idx="7"/>
            <a:endCxn id="15"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F63548ED-507F-4F3D-836C-81039DF3B1E7}"/>
              </a:ext>
            </a:extLst>
          </p:cNvPr>
          <p:cNvCxnSpPr>
            <a:stCxn id="17" idx="6"/>
            <a:endCxn id="16"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719E4C08-CB97-4EC4-A528-10913EA80E69}"/>
              </a:ext>
            </a:extLst>
          </p:cNvPr>
          <p:cNvCxnSpPr>
            <a:stCxn id="23" idx="6"/>
            <a:endCxn id="11"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1511854-D175-4227-8D60-EBAF0717F6DD}"/>
              </a:ext>
            </a:extLst>
          </p:cNvPr>
          <p:cNvCxnSpPr>
            <a:stCxn id="23" idx="3"/>
            <a:endCxn id="21"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76E4B19-9F97-4F83-AA6D-5A8CBE468573}"/>
              </a:ext>
            </a:extLst>
          </p:cNvPr>
          <p:cNvCxnSpPr>
            <a:stCxn id="13" idx="3"/>
            <a:endCxn id="14"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57A9D0DD-9F1B-4A1A-B7F1-B6E664603E79}"/>
              </a:ext>
            </a:extLst>
          </p:cNvPr>
          <p:cNvCxnSpPr>
            <a:stCxn id="15" idx="4"/>
            <a:endCxn id="14"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C284FBF-DF36-40EF-86F6-16AC04A270E2}"/>
              </a:ext>
            </a:extLst>
          </p:cNvPr>
          <p:cNvCxnSpPr>
            <a:stCxn id="16" idx="5"/>
            <a:endCxn id="14"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1383EE05-8E61-4A85-A91D-D1417FCC1D5F}"/>
              </a:ext>
            </a:extLst>
          </p:cNvPr>
          <p:cNvCxnSpPr>
            <a:stCxn id="20" idx="6"/>
            <a:endCxn id="16"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8A049FF-C96C-460A-B2CD-FFC3F6D73658}"/>
              </a:ext>
            </a:extLst>
          </p:cNvPr>
          <p:cNvCxnSpPr>
            <a:stCxn id="24" idx="2"/>
            <a:endCxn id="20"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706D5248-8E0C-47C8-A71F-38D641918AF8}"/>
              </a:ext>
            </a:extLst>
          </p:cNvPr>
          <p:cNvCxnSpPr>
            <a:stCxn id="23" idx="2"/>
            <a:endCxn id="27"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ADAE38AF-A576-42C8-8850-5F9F0F06D3FA}"/>
              </a:ext>
            </a:extLst>
          </p:cNvPr>
          <p:cNvCxnSpPr>
            <a:cxnSpLocks/>
            <a:stCxn id="22" idx="2"/>
            <a:endCxn id="23"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6B8FE99F-F5FC-4420-B37A-75F109AE28D7}"/>
              </a:ext>
            </a:extLst>
          </p:cNvPr>
          <p:cNvCxnSpPr>
            <a:stCxn id="27" idx="5"/>
            <a:endCxn id="21"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5EA1E4D-310E-4749-B60D-9B05C967D9B0}"/>
              </a:ext>
            </a:extLst>
          </p:cNvPr>
          <p:cNvCxnSpPr>
            <a:stCxn id="24" idx="5"/>
            <a:endCxn id="16"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F1EBD42-7758-4DD4-B8E1-8C41CBFEDC0F}"/>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DB5DFAE-307D-4F16-BF3B-C5F160B3D503}"/>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18921FA-0CC5-4DF5-B3EC-CB661C7EB6BB}"/>
              </a:ext>
            </a:extLst>
          </p:cNvPr>
          <p:cNvCxnSpPr>
            <a:stCxn id="13" idx="6"/>
            <a:endCxn id="27"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95C4407-68F4-456A-A554-50261B51366A}"/>
              </a:ext>
            </a:extLst>
          </p:cNvPr>
          <p:cNvCxnSpPr>
            <a:stCxn id="13" idx="0"/>
            <a:endCxn id="26"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92379BE-F813-4A7D-8340-42365B6A55DA}"/>
              </a:ext>
            </a:extLst>
          </p:cNvPr>
          <p:cNvCxnSpPr>
            <a:stCxn id="13" idx="1"/>
            <a:endCxn id="15"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C25CA83-739A-45BB-9832-DEE30BADFDB4}"/>
              </a:ext>
            </a:extLst>
          </p:cNvPr>
          <p:cNvCxnSpPr>
            <a:endCxn id="15"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3E807B79-5434-4949-8936-50FCA93E0E43}"/>
              </a:ext>
            </a:extLst>
          </p:cNvPr>
          <p:cNvCxnSpPr>
            <a:stCxn id="26"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728192E-902E-423E-B8CF-43B2D5A20881}"/>
              </a:ext>
            </a:extLst>
          </p:cNvPr>
          <p:cNvCxnSpPr>
            <a:cxnSpLocks/>
            <a:endCxn id="26"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6CB4E7A-44DB-4A64-93F2-BB06DBC99A07}"/>
              </a:ext>
            </a:extLst>
          </p:cNvPr>
          <p:cNvCxnSpPr>
            <a:stCxn id="19" idx="7"/>
            <a:endCxn id="20"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EDBE1156-FDC8-4DE2-B587-33F0C37EFB69}"/>
              </a:ext>
            </a:extLst>
          </p:cNvPr>
          <p:cNvCxnSpPr>
            <a:stCxn id="19" idx="0"/>
            <a:endCxn id="25"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F0E83090-2481-476D-ACEF-A67D7B5914B7}"/>
              </a:ext>
            </a:extLst>
          </p:cNvPr>
          <p:cNvCxnSpPr>
            <a:stCxn id="20" idx="1"/>
            <a:endCxn id="25"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B1DAAC1-BA9B-409D-970B-A5D12C8596EA}"/>
              </a:ext>
            </a:extLst>
          </p:cNvPr>
          <p:cNvCxnSpPr>
            <a:cxnSpLocks/>
            <a:stCxn id="16"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7500C3F-46B3-4B5C-9EC2-A1949BC93DC9}"/>
              </a:ext>
            </a:extLst>
          </p:cNvPr>
          <p:cNvCxnSpPr>
            <a:cxnSpLocks/>
            <a:stCxn id="24"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88F8415-9756-402F-BE52-8D940D473116}"/>
              </a:ext>
            </a:extLst>
          </p:cNvPr>
          <p:cNvCxnSpPr>
            <a:stCxn id="18" idx="0"/>
            <a:endCxn id="19"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20BA3FF9-1E96-463A-BBE8-7EC376F780F2}"/>
              </a:ext>
            </a:extLst>
          </p:cNvPr>
          <p:cNvCxnSpPr>
            <a:cxnSpLocks/>
            <a:stCxn id="18"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5853B213-278D-402D-B8CB-B123C2391C51}"/>
              </a:ext>
            </a:extLst>
          </p:cNvPr>
          <p:cNvCxnSpPr>
            <a:endCxn id="27"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7998B8E8-1748-4FD0-8836-FD7CD490892E}"/>
              </a:ext>
            </a:extLst>
          </p:cNvPr>
          <p:cNvCxnSpPr>
            <a:stCxn id="12" idx="3"/>
            <a:endCxn id="21"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EDA45374-C937-4FE7-A5B2-17A39F48B82B}"/>
              </a:ext>
            </a:extLst>
          </p:cNvPr>
          <p:cNvCxnSpPr>
            <a:cxnSpLocks/>
            <a:endCxn id="28"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B6B7628-4AF9-4E43-B218-328CB255493B}"/>
              </a:ext>
            </a:extLst>
          </p:cNvPr>
          <p:cNvCxnSpPr>
            <a:cxnSpLocks/>
            <a:stCxn id="23"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72" name="直接连接符 71">
            <a:extLst>
              <a:ext uri="{FF2B5EF4-FFF2-40B4-BE49-F238E27FC236}">
                <a16:creationId xmlns:a16="http://schemas.microsoft.com/office/drawing/2014/main" id="{14CAEE0F-D202-4D7A-AAC0-A5409DD85BF2}"/>
              </a:ext>
            </a:extLst>
          </p:cNvPr>
          <p:cNvCxnSpPr>
            <a:stCxn id="25"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80" name="直接连接符 79">
            <a:extLst>
              <a:ext uri="{FF2B5EF4-FFF2-40B4-BE49-F238E27FC236}">
                <a16:creationId xmlns:a16="http://schemas.microsoft.com/office/drawing/2014/main" id="{028D3624-D8D9-4963-B1CD-9EB136A70384}"/>
              </a:ext>
            </a:extLst>
          </p:cNvPr>
          <p:cNvCxnSpPr>
            <a:stCxn id="28"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sp>
        <p:nvSpPr>
          <p:cNvPr id="68" name="文本框 67">
            <a:extLst>
              <a:ext uri="{FF2B5EF4-FFF2-40B4-BE49-F238E27FC236}">
                <a16:creationId xmlns:a16="http://schemas.microsoft.com/office/drawing/2014/main" id="{751070A0-4D10-43F6-A7AE-543DAD860A83}"/>
              </a:ext>
            </a:extLst>
          </p:cNvPr>
          <p:cNvSpPr txBox="1"/>
          <p:nvPr userDrawn="1"/>
        </p:nvSpPr>
        <p:spPr>
          <a:xfrm>
            <a:off x="81721" y="6356350"/>
            <a:ext cx="11880176" cy="276999"/>
          </a:xfrm>
          <a:prstGeom prst="rect">
            <a:avLst/>
          </a:prstGeom>
          <a:noFill/>
        </p:spPr>
        <p:txBody>
          <a:bodyPr wrap="none" rtlCol="0">
            <a:spAutoFit/>
          </a:bodyPr>
          <a:lstStyle/>
          <a:p>
            <a:pPr algn="r"/>
            <a:r>
              <a:rPr lang="zh-CN" altLang="en-US" sz="1200" dirty="0">
                <a:solidFill>
                  <a:schemeClr val="tx1"/>
                </a:solidFill>
                <a:latin typeface="微软雅黑 Light" panose="020B0502040204020203" pitchFamily="34" charset="-122"/>
                <a:ea typeface="微软雅黑 Light" panose="020B0502040204020203" pitchFamily="34" charset="-122"/>
              </a:rPr>
              <a:t>协议解读</a:t>
            </a:r>
            <a:r>
              <a:rPr lang="en-US" altLang="zh-CN" sz="1200" dirty="0">
                <a:solidFill>
                  <a:schemeClr val="tx1"/>
                </a:solidFill>
                <a:latin typeface="微软雅黑 Light" panose="020B0502040204020203" pitchFamily="34" charset="-122"/>
                <a:ea typeface="微软雅黑 Light" panose="020B0502040204020203" pitchFamily="34" charset="-122"/>
              </a:rPr>
              <a:t>----------------------------------------------------------------------------------------------------------------------------------------------------------------RFC 1661</a:t>
            </a:r>
            <a:endParaRPr lang="zh-CN" altLang="en-US" sz="1200" dirty="0">
              <a:solidFill>
                <a:schemeClr val="tx1"/>
              </a:solidFill>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8930715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 temp">
    <p:spTree>
      <p:nvGrpSpPr>
        <p:cNvPr id="1" name=""/>
        <p:cNvGrpSpPr/>
        <p:nvPr/>
      </p:nvGrpSpPr>
      <p:grpSpPr>
        <a:xfrm>
          <a:off x="0" y="0"/>
          <a:ext cx="0" cy="0"/>
          <a:chOff x="0" y="0"/>
          <a:chExt cx="0" cy="0"/>
        </a:xfrm>
      </p:grpSpPr>
      <p:sp>
        <p:nvSpPr>
          <p:cNvPr id="6" name="Freeform 25">
            <a:extLst>
              <a:ext uri="{FF2B5EF4-FFF2-40B4-BE49-F238E27FC236}">
                <a16:creationId xmlns:a16="http://schemas.microsoft.com/office/drawing/2014/main" id="{38B69EE1-BCFE-4371-B597-971E0649EC0B}"/>
              </a:ext>
            </a:extLst>
          </p:cNvPr>
          <p:cNvSpPr>
            <a:spLocks noChangeArrowheads="1"/>
          </p:cNvSpPr>
          <p:nvPr userDrawn="1"/>
        </p:nvSpPr>
        <p:spPr bwMode="auto">
          <a:xfrm>
            <a:off x="11116689" y="136525"/>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IBM Plex Sans Light" panose="020B0403050203000203" pitchFamily="34" charset="0"/>
              <a:sym typeface="Exo 2 Light" panose="00000400000000000000" pitchFamily="50" charset="0"/>
            </a:endParaRPr>
          </a:p>
        </p:txBody>
      </p:sp>
      <p:grpSp>
        <p:nvGrpSpPr>
          <p:cNvPr id="8" name="组合 7">
            <a:extLst>
              <a:ext uri="{FF2B5EF4-FFF2-40B4-BE49-F238E27FC236}">
                <a16:creationId xmlns:a16="http://schemas.microsoft.com/office/drawing/2014/main" id="{B8FCBA09-ACAD-44CB-9FBF-16286B795310}"/>
              </a:ext>
            </a:extLst>
          </p:cNvPr>
          <p:cNvGrpSpPr/>
          <p:nvPr userDrawn="1"/>
        </p:nvGrpSpPr>
        <p:grpSpPr>
          <a:xfrm>
            <a:off x="-14417" y="-36940"/>
            <a:ext cx="7711084" cy="941457"/>
            <a:chOff x="-14417" y="-36940"/>
            <a:chExt cx="7711084" cy="941457"/>
          </a:xfrm>
        </p:grpSpPr>
        <p:sp>
          <p:nvSpPr>
            <p:cNvPr id="11" name="椭圆 10">
              <a:extLst>
                <a:ext uri="{FF2B5EF4-FFF2-40B4-BE49-F238E27FC236}">
                  <a16:creationId xmlns:a16="http://schemas.microsoft.com/office/drawing/2014/main" id="{1E70C58A-5A85-4832-B6D7-16830C470707}"/>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DC82F87F-1BF8-46C1-A5E3-DA3CF824850F}"/>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614CD21A-C39D-4795-83CD-774FD349585D}"/>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EB2837F6-1D7D-46DA-8111-809E9C8B0A67}"/>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01AB2BC1-E267-4710-B496-D53DA744DE3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6E02D594-6540-4CD5-9CDE-9001117B20E9}"/>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D7450177-3DC4-4063-9A91-85BDBC7A780E}"/>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CB691F92-4285-438C-8B71-569CDBA913BC}"/>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07D649CF-34AF-43C0-80EE-504F388BEB1A}"/>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6C3BC982-0A71-4DAD-AC1C-2DEA049913C3}"/>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177E03B8-1E2B-4537-A018-26391B9575C4}"/>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1592E938-A3ED-44EC-93E9-1785BE2E4EDD}"/>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CDCEBC96-4EF5-41F1-9446-466FFB5DC9CD}"/>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B0785AE5-CD30-41AA-ACB0-765EB9154018}"/>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4F9C78BD-7254-43D0-B63D-81A0C10A2BC2}"/>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200D9AED-3611-4A19-A09B-53C3B2A2818F}"/>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A6F858B9-2052-4F86-BC88-E78AD36ED096}"/>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6BCFA25F-2B9D-4F6E-B38B-19F53F45D1CF}"/>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a:extLst>
                <a:ext uri="{FF2B5EF4-FFF2-40B4-BE49-F238E27FC236}">
                  <a16:creationId xmlns:a16="http://schemas.microsoft.com/office/drawing/2014/main" id="{EF57988D-049C-4D78-A536-99EC4D0BAB04}"/>
                </a:ext>
              </a:extLst>
            </p:cNvPr>
            <p:cNvCxnSpPr>
              <a:stCxn id="11" idx="6"/>
              <a:endCxn id="28"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F3D42FA-2034-4BBA-AFD3-B3C0A5A65D39}"/>
                </a:ext>
              </a:extLst>
            </p:cNvPr>
            <p:cNvCxnSpPr>
              <a:stCxn id="11" idx="2"/>
              <a:endCxn id="12"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0B24ED17-C590-4CB2-B1A4-6D7EC6DCA772}"/>
                </a:ext>
              </a:extLst>
            </p:cNvPr>
            <p:cNvCxnSpPr>
              <a:cxnSpLocks/>
              <a:stCxn id="22" idx="3"/>
              <a:endCxn id="11"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99834F15-9349-468B-B5E5-8659E935A5A2}"/>
                </a:ext>
              </a:extLst>
            </p:cNvPr>
            <p:cNvCxnSpPr>
              <a:stCxn id="19" idx="5"/>
              <a:endCxn id="17"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A336D1BB-3A65-4649-9B52-09502722C357}"/>
                </a:ext>
              </a:extLst>
            </p:cNvPr>
            <p:cNvCxnSpPr>
              <a:stCxn id="17" idx="3"/>
              <a:endCxn id="18"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830AE0D1-FDFD-46A6-829E-66306B877083}"/>
                </a:ext>
              </a:extLst>
            </p:cNvPr>
            <p:cNvCxnSpPr>
              <a:stCxn id="20" idx="4"/>
              <a:endCxn id="17"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6AA5C445-D90A-4189-A07F-D15BA880046F}"/>
                </a:ext>
              </a:extLst>
            </p:cNvPr>
            <p:cNvCxnSpPr>
              <a:stCxn id="23" idx="4"/>
              <a:endCxn id="12"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0F8A100-95DF-45C4-A02E-0C8C46B4314C}"/>
                </a:ext>
              </a:extLst>
            </p:cNvPr>
            <p:cNvCxnSpPr>
              <a:stCxn id="26" idx="6"/>
              <a:endCxn id="27"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DDDB52B-FF38-4869-8A0D-494CE5550BDB}"/>
                </a:ext>
              </a:extLst>
            </p:cNvPr>
            <p:cNvCxnSpPr>
              <a:stCxn id="16" idx="7"/>
              <a:endCxn id="15"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F63548ED-507F-4F3D-836C-81039DF3B1E7}"/>
                </a:ext>
              </a:extLst>
            </p:cNvPr>
            <p:cNvCxnSpPr>
              <a:stCxn id="17" idx="6"/>
              <a:endCxn id="16"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719E4C08-CB97-4EC4-A528-10913EA80E69}"/>
                </a:ext>
              </a:extLst>
            </p:cNvPr>
            <p:cNvCxnSpPr>
              <a:stCxn id="23" idx="6"/>
              <a:endCxn id="11"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1511854-D175-4227-8D60-EBAF0717F6DD}"/>
                </a:ext>
              </a:extLst>
            </p:cNvPr>
            <p:cNvCxnSpPr>
              <a:stCxn id="23" idx="3"/>
              <a:endCxn id="21"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76E4B19-9F97-4F83-AA6D-5A8CBE468573}"/>
                </a:ext>
              </a:extLst>
            </p:cNvPr>
            <p:cNvCxnSpPr>
              <a:stCxn id="13" idx="3"/>
              <a:endCxn id="14"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57A9D0DD-9F1B-4A1A-B7F1-B6E664603E79}"/>
                </a:ext>
              </a:extLst>
            </p:cNvPr>
            <p:cNvCxnSpPr>
              <a:stCxn id="15" idx="4"/>
              <a:endCxn id="14"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C284FBF-DF36-40EF-86F6-16AC04A270E2}"/>
                </a:ext>
              </a:extLst>
            </p:cNvPr>
            <p:cNvCxnSpPr>
              <a:stCxn id="16" idx="5"/>
              <a:endCxn id="14"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1383EE05-8E61-4A85-A91D-D1417FCC1D5F}"/>
                </a:ext>
              </a:extLst>
            </p:cNvPr>
            <p:cNvCxnSpPr>
              <a:stCxn id="20" idx="6"/>
              <a:endCxn id="16"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8A049FF-C96C-460A-B2CD-FFC3F6D73658}"/>
                </a:ext>
              </a:extLst>
            </p:cNvPr>
            <p:cNvCxnSpPr>
              <a:stCxn id="24" idx="2"/>
              <a:endCxn id="20"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706D5248-8E0C-47C8-A71F-38D641918AF8}"/>
                </a:ext>
              </a:extLst>
            </p:cNvPr>
            <p:cNvCxnSpPr>
              <a:stCxn id="23" idx="2"/>
              <a:endCxn id="27"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ADAE38AF-A576-42C8-8850-5F9F0F06D3FA}"/>
                </a:ext>
              </a:extLst>
            </p:cNvPr>
            <p:cNvCxnSpPr>
              <a:cxnSpLocks/>
              <a:stCxn id="22" idx="2"/>
              <a:endCxn id="23"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6B8FE99F-F5FC-4420-B37A-75F109AE28D7}"/>
                </a:ext>
              </a:extLst>
            </p:cNvPr>
            <p:cNvCxnSpPr>
              <a:stCxn id="27" idx="5"/>
              <a:endCxn id="21"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5EA1E4D-310E-4749-B60D-9B05C967D9B0}"/>
                </a:ext>
              </a:extLst>
            </p:cNvPr>
            <p:cNvCxnSpPr>
              <a:stCxn id="24" idx="5"/>
              <a:endCxn id="16"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F1EBD42-7758-4DD4-B8E1-8C41CBFEDC0F}"/>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DB5DFAE-307D-4F16-BF3B-C5F160B3D503}"/>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18921FA-0CC5-4DF5-B3EC-CB661C7EB6BB}"/>
                </a:ext>
              </a:extLst>
            </p:cNvPr>
            <p:cNvCxnSpPr>
              <a:stCxn id="13" idx="6"/>
              <a:endCxn id="27"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95C4407-68F4-456A-A554-50261B51366A}"/>
                </a:ext>
              </a:extLst>
            </p:cNvPr>
            <p:cNvCxnSpPr>
              <a:stCxn id="13" idx="0"/>
              <a:endCxn id="26"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92379BE-F813-4A7D-8340-42365B6A55DA}"/>
                </a:ext>
              </a:extLst>
            </p:cNvPr>
            <p:cNvCxnSpPr>
              <a:stCxn id="13" idx="1"/>
              <a:endCxn id="15"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C25CA83-739A-45BB-9832-DEE30BADFDB4}"/>
                </a:ext>
              </a:extLst>
            </p:cNvPr>
            <p:cNvCxnSpPr>
              <a:endCxn id="15"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3E807B79-5434-4949-8936-50FCA93E0E43}"/>
                </a:ext>
              </a:extLst>
            </p:cNvPr>
            <p:cNvCxnSpPr>
              <a:stCxn id="26"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728192E-902E-423E-B8CF-43B2D5A20881}"/>
                </a:ext>
              </a:extLst>
            </p:cNvPr>
            <p:cNvCxnSpPr>
              <a:cxnSpLocks/>
              <a:endCxn id="26"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6CB4E7A-44DB-4A64-93F2-BB06DBC99A07}"/>
                </a:ext>
              </a:extLst>
            </p:cNvPr>
            <p:cNvCxnSpPr>
              <a:stCxn id="19" idx="7"/>
              <a:endCxn id="20"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EDBE1156-FDC8-4DE2-B587-33F0C37EFB69}"/>
                </a:ext>
              </a:extLst>
            </p:cNvPr>
            <p:cNvCxnSpPr>
              <a:stCxn id="19" idx="0"/>
              <a:endCxn id="25"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F0E83090-2481-476D-ACEF-A67D7B5914B7}"/>
                </a:ext>
              </a:extLst>
            </p:cNvPr>
            <p:cNvCxnSpPr>
              <a:stCxn id="20" idx="1"/>
              <a:endCxn id="25"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B1DAAC1-BA9B-409D-970B-A5D12C8596EA}"/>
                </a:ext>
              </a:extLst>
            </p:cNvPr>
            <p:cNvCxnSpPr>
              <a:cxnSpLocks/>
              <a:stCxn id="16"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7500C3F-46B3-4B5C-9EC2-A1949BC93DC9}"/>
                </a:ext>
              </a:extLst>
            </p:cNvPr>
            <p:cNvCxnSpPr>
              <a:cxnSpLocks/>
              <a:stCxn id="24"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88F8415-9756-402F-BE52-8D940D473116}"/>
                </a:ext>
              </a:extLst>
            </p:cNvPr>
            <p:cNvCxnSpPr>
              <a:stCxn id="18" idx="0"/>
              <a:endCxn id="19"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20BA3FF9-1E96-463A-BBE8-7EC376F780F2}"/>
                </a:ext>
              </a:extLst>
            </p:cNvPr>
            <p:cNvCxnSpPr>
              <a:cxnSpLocks/>
              <a:stCxn id="18"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5853B213-278D-402D-B8CB-B123C2391C51}"/>
                </a:ext>
              </a:extLst>
            </p:cNvPr>
            <p:cNvCxnSpPr>
              <a:endCxn id="27"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7998B8E8-1748-4FD0-8836-FD7CD490892E}"/>
                </a:ext>
              </a:extLst>
            </p:cNvPr>
            <p:cNvCxnSpPr>
              <a:stCxn id="12" idx="3"/>
              <a:endCxn id="21"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EDA45374-C937-4FE7-A5B2-17A39F48B82B}"/>
                </a:ext>
              </a:extLst>
            </p:cNvPr>
            <p:cNvCxnSpPr>
              <a:cxnSpLocks/>
              <a:endCxn id="28"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B6B7628-4AF9-4E43-B218-328CB255493B}"/>
                </a:ext>
              </a:extLst>
            </p:cNvPr>
            <p:cNvCxnSpPr>
              <a:cxnSpLocks/>
              <a:stCxn id="23"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72" name="直接连接符 71">
              <a:extLst>
                <a:ext uri="{FF2B5EF4-FFF2-40B4-BE49-F238E27FC236}">
                  <a16:creationId xmlns:a16="http://schemas.microsoft.com/office/drawing/2014/main" id="{14CAEE0F-D202-4D7A-AAC0-A5409DD85BF2}"/>
                </a:ext>
              </a:extLst>
            </p:cNvPr>
            <p:cNvCxnSpPr>
              <a:stCxn id="25"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80" name="直接连接符 79">
              <a:extLst>
                <a:ext uri="{FF2B5EF4-FFF2-40B4-BE49-F238E27FC236}">
                  <a16:creationId xmlns:a16="http://schemas.microsoft.com/office/drawing/2014/main" id="{028D3624-D8D9-4963-B1CD-9EB136A70384}"/>
                </a:ext>
              </a:extLst>
            </p:cNvPr>
            <p:cNvCxnSpPr>
              <a:stCxn id="28"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grpSp>
      <p:sp>
        <p:nvSpPr>
          <p:cNvPr id="2" name="标题 1">
            <a:extLst>
              <a:ext uri="{FF2B5EF4-FFF2-40B4-BE49-F238E27FC236}">
                <a16:creationId xmlns:a16="http://schemas.microsoft.com/office/drawing/2014/main" id="{7AA9A038-1C3B-4D1F-82CE-C443A166D8BA}"/>
              </a:ext>
            </a:extLst>
          </p:cNvPr>
          <p:cNvSpPr>
            <a:spLocks noGrp="1"/>
          </p:cNvSpPr>
          <p:nvPr>
            <p:ph type="title"/>
          </p:nvPr>
        </p:nvSpPr>
        <p:spPr>
          <a:xfrm>
            <a:off x="595748" y="148743"/>
            <a:ext cx="10515600" cy="424732"/>
          </a:xfrm>
        </p:spPr>
        <p:txBody>
          <a:bodyPr>
            <a:spAutoFit/>
          </a:bodyPr>
          <a:lstStyle>
            <a:lvl1pPr algn="r">
              <a:defRPr sz="2400" u="none">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10" name="文本占位符 9">
            <a:extLst>
              <a:ext uri="{FF2B5EF4-FFF2-40B4-BE49-F238E27FC236}">
                <a16:creationId xmlns:a16="http://schemas.microsoft.com/office/drawing/2014/main" id="{B827691E-39EF-4A9C-BCDC-FD29E174F98B}"/>
              </a:ext>
            </a:extLst>
          </p:cNvPr>
          <p:cNvSpPr>
            <a:spLocks noGrp="1"/>
          </p:cNvSpPr>
          <p:nvPr>
            <p:ph type="body" sz="quarter" idx="10" hasCustomPrompt="1"/>
          </p:nvPr>
        </p:nvSpPr>
        <p:spPr>
          <a:xfrm>
            <a:off x="6213040" y="591351"/>
            <a:ext cx="4898308" cy="286232"/>
          </a:xfrm>
        </p:spPr>
        <p:txBody>
          <a:bodyPr>
            <a:spAutoFit/>
          </a:bodyPr>
          <a:lstStyle>
            <a:lvl1pPr marL="0" indent="0" algn="r">
              <a:buNone/>
              <a:defRPr sz="1400">
                <a:latin typeface="Poppins Light" panose="00000400000000000000" pitchFamily="2" charset="0"/>
                <a:cs typeface="Poppins Light" panose="00000400000000000000" pitchFamily="2" charset="0"/>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altLang="zh-CN" dirty="0"/>
              <a:t>sub-title</a:t>
            </a:r>
            <a:endParaRPr lang="zh-CN" altLang="en-US" dirty="0"/>
          </a:p>
        </p:txBody>
      </p:sp>
      <p:sp>
        <p:nvSpPr>
          <p:cNvPr id="9" name="文本占位符 8">
            <a:extLst>
              <a:ext uri="{FF2B5EF4-FFF2-40B4-BE49-F238E27FC236}">
                <a16:creationId xmlns:a16="http://schemas.microsoft.com/office/drawing/2014/main" id="{323E4716-8C31-49E0-ABDB-9A4191E844CB}"/>
              </a:ext>
            </a:extLst>
          </p:cNvPr>
          <p:cNvSpPr>
            <a:spLocks noGrp="1"/>
          </p:cNvSpPr>
          <p:nvPr>
            <p:ph type="body" sz="quarter" idx="11" hasCustomPrompt="1"/>
          </p:nvPr>
        </p:nvSpPr>
        <p:spPr>
          <a:xfrm>
            <a:off x="81721" y="6347117"/>
            <a:ext cx="5023306" cy="286232"/>
          </a:xfrm>
        </p:spPr>
        <p:txBody>
          <a:bodyPr>
            <a:spAutoFit/>
          </a:bodyPr>
          <a:lstStyle>
            <a:lvl1pPr marL="0" indent="0">
              <a:buNone/>
              <a:defRPr sz="1400">
                <a:latin typeface="微软雅黑 Light" panose="020B0502040204020203" pitchFamily="34" charset="-122"/>
                <a:ea typeface="微软雅黑 Light" panose="020B0502040204020203" pitchFamily="34" charset="-122"/>
              </a:defRPr>
            </a:lvl1pPr>
            <a:lvl2pPr marL="457200" indent="0">
              <a:buNone/>
              <a:defRPr sz="1400">
                <a:latin typeface="微软雅黑 Light" panose="020B0502040204020203" pitchFamily="34" charset="-122"/>
                <a:ea typeface="微软雅黑 Light" panose="020B0502040204020203" pitchFamily="34" charset="-122"/>
              </a:defRPr>
            </a:lvl2pPr>
            <a:lvl3pPr marL="914400" indent="0">
              <a:buNone/>
              <a:defRPr sz="1400">
                <a:latin typeface="微软雅黑 Light" panose="020B0502040204020203" pitchFamily="34" charset="-122"/>
                <a:ea typeface="微软雅黑 Light" panose="020B0502040204020203" pitchFamily="34" charset="-122"/>
              </a:defRPr>
            </a:lvl3pPr>
            <a:lvl4pPr marL="1371600" indent="0">
              <a:buNone/>
              <a:defRPr sz="1400">
                <a:latin typeface="微软雅黑 Light" panose="020B0502040204020203" pitchFamily="34" charset="-122"/>
                <a:ea typeface="微软雅黑 Light" panose="020B0502040204020203" pitchFamily="34" charset="-122"/>
              </a:defRPr>
            </a:lvl4pPr>
            <a:lvl5pPr marL="1828800" indent="0">
              <a:buNone/>
              <a:defRPr sz="1400">
                <a:latin typeface="微软雅黑 Light" panose="020B0502040204020203" pitchFamily="34" charset="-122"/>
                <a:ea typeface="微软雅黑 Light" panose="020B0502040204020203" pitchFamily="34" charset="-122"/>
              </a:defRPr>
            </a:lvl5pPr>
          </a:lstStyle>
          <a:p>
            <a:pPr lvl="0"/>
            <a:r>
              <a:rPr lang="en-US" altLang="zh-CN" dirty="0"/>
              <a:t>tips</a:t>
            </a:r>
            <a:endParaRPr lang="zh-CN" altLang="en-US" dirty="0"/>
          </a:p>
        </p:txBody>
      </p:sp>
      <p:sp>
        <p:nvSpPr>
          <p:cNvPr id="71" name="文本占位符 70">
            <a:extLst>
              <a:ext uri="{FF2B5EF4-FFF2-40B4-BE49-F238E27FC236}">
                <a16:creationId xmlns:a16="http://schemas.microsoft.com/office/drawing/2014/main" id="{F7FF684C-AC6D-4370-AE16-175BA198204F}"/>
              </a:ext>
            </a:extLst>
          </p:cNvPr>
          <p:cNvSpPr>
            <a:spLocks noGrp="1"/>
          </p:cNvSpPr>
          <p:nvPr>
            <p:ph type="body" sz="quarter" idx="12"/>
          </p:nvPr>
        </p:nvSpPr>
        <p:spPr>
          <a:xfrm>
            <a:off x="676349" y="1094722"/>
            <a:ext cx="10839303" cy="5083153"/>
          </a:xfrm>
        </p:spPr>
        <p:txBody>
          <a:bodyPr>
            <a:normAutofit/>
          </a:bodyPr>
          <a:lstStyle>
            <a:lvl1pPr marL="0" indent="0">
              <a:lnSpc>
                <a:spcPct val="100000"/>
              </a:lnSpc>
              <a:spcBef>
                <a:spcPts val="0"/>
              </a:spcBef>
              <a:buNone/>
              <a:defRPr sz="2400">
                <a:latin typeface="微软雅黑 Light" panose="020B0502040204020203" pitchFamily="34" charset="-122"/>
                <a:ea typeface="微软雅黑 Light" panose="020B0502040204020203" pitchFamily="34" charset="-122"/>
              </a:defRPr>
            </a:lvl1pPr>
            <a:lvl2pPr>
              <a:defRPr>
                <a:latin typeface="微软雅黑 Light" panose="020B0502040204020203" pitchFamily="34" charset="-122"/>
                <a:ea typeface="微软雅黑 Light" panose="020B0502040204020203" pitchFamily="34" charset="-122"/>
              </a:defRPr>
            </a:lvl2pPr>
            <a:lvl3pPr>
              <a:defRPr>
                <a:latin typeface="微软雅黑 Light" panose="020B0502040204020203" pitchFamily="34" charset="-122"/>
                <a:ea typeface="微软雅黑 Light" panose="020B0502040204020203" pitchFamily="34" charset="-122"/>
              </a:defRPr>
            </a:lvl3pPr>
            <a:lvl4pPr>
              <a:defRPr>
                <a:latin typeface="微软雅黑 Light" panose="020B0502040204020203" pitchFamily="34" charset="-122"/>
                <a:ea typeface="微软雅黑 Light" panose="020B0502040204020203" pitchFamily="34" charset="-122"/>
              </a:defRPr>
            </a:lvl4pPr>
            <a:lvl5pPr>
              <a:defRPr>
                <a:latin typeface="微软雅黑 Light" panose="020B0502040204020203" pitchFamily="34" charset="-122"/>
                <a:ea typeface="微软雅黑 Light" panose="020B0502040204020203" pitchFamily="34" charset="-122"/>
              </a:defRPr>
            </a:lvl5pPr>
          </a:lstStyle>
          <a:p>
            <a:pPr lvl="0"/>
            <a:r>
              <a:rPr lang="zh-CN" altLang="en-US" dirty="0"/>
              <a:t>单击此处编辑母版文本样式</a:t>
            </a:r>
          </a:p>
        </p:txBody>
      </p:sp>
    </p:spTree>
    <p:extLst>
      <p:ext uri="{BB962C8B-B14F-4D97-AF65-F5344CB8AC3E}">
        <p14:creationId xmlns:p14="http://schemas.microsoft.com/office/powerpoint/2010/main" val="8579968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TP">
    <p:spTree>
      <p:nvGrpSpPr>
        <p:cNvPr id="1" name=""/>
        <p:cNvGrpSpPr/>
        <p:nvPr/>
      </p:nvGrpSpPr>
      <p:grpSpPr>
        <a:xfrm>
          <a:off x="0" y="0"/>
          <a:ext cx="0" cy="0"/>
          <a:chOff x="0" y="0"/>
          <a:chExt cx="0" cy="0"/>
        </a:xfrm>
      </p:grpSpPr>
      <p:grpSp>
        <p:nvGrpSpPr>
          <p:cNvPr id="71" name="组合 70">
            <a:extLst>
              <a:ext uri="{FF2B5EF4-FFF2-40B4-BE49-F238E27FC236}">
                <a16:creationId xmlns:a16="http://schemas.microsoft.com/office/drawing/2014/main" id="{4853EB39-1972-4926-BCF3-53CA2572EE96}"/>
              </a:ext>
            </a:extLst>
          </p:cNvPr>
          <p:cNvGrpSpPr/>
          <p:nvPr userDrawn="1"/>
        </p:nvGrpSpPr>
        <p:grpSpPr>
          <a:xfrm rot="10800000">
            <a:off x="4480916" y="5916542"/>
            <a:ext cx="7711084" cy="941457"/>
            <a:chOff x="-14417" y="-36940"/>
            <a:chExt cx="7711084" cy="941457"/>
          </a:xfrm>
        </p:grpSpPr>
        <p:sp>
          <p:nvSpPr>
            <p:cNvPr id="73" name="椭圆 72">
              <a:extLst>
                <a:ext uri="{FF2B5EF4-FFF2-40B4-BE49-F238E27FC236}">
                  <a16:creationId xmlns:a16="http://schemas.microsoft.com/office/drawing/2014/main" id="{586FC6A5-CFC2-4BFC-8615-1886BBD6F6E3}"/>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a:extLst>
                <a:ext uri="{FF2B5EF4-FFF2-40B4-BE49-F238E27FC236}">
                  <a16:creationId xmlns:a16="http://schemas.microsoft.com/office/drawing/2014/main" id="{5FD73008-DFCA-44CD-B4F9-98977CB90FBB}"/>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a:extLst>
                <a:ext uri="{FF2B5EF4-FFF2-40B4-BE49-F238E27FC236}">
                  <a16:creationId xmlns:a16="http://schemas.microsoft.com/office/drawing/2014/main" id="{F59E1D3C-94FD-4D80-9B38-68D47CF009A6}"/>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a:extLst>
                <a:ext uri="{FF2B5EF4-FFF2-40B4-BE49-F238E27FC236}">
                  <a16:creationId xmlns:a16="http://schemas.microsoft.com/office/drawing/2014/main" id="{CFE1A8B1-E014-4C65-A503-EFD28F5B59D2}"/>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a:extLst>
                <a:ext uri="{FF2B5EF4-FFF2-40B4-BE49-F238E27FC236}">
                  <a16:creationId xmlns:a16="http://schemas.microsoft.com/office/drawing/2014/main" id="{68742283-9AEC-41D3-8027-C9F5A35625B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a:extLst>
                <a:ext uri="{FF2B5EF4-FFF2-40B4-BE49-F238E27FC236}">
                  <a16:creationId xmlns:a16="http://schemas.microsoft.com/office/drawing/2014/main" id="{C64CD54B-7745-4315-9474-2E3A68887A3E}"/>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a:extLst>
                <a:ext uri="{FF2B5EF4-FFF2-40B4-BE49-F238E27FC236}">
                  <a16:creationId xmlns:a16="http://schemas.microsoft.com/office/drawing/2014/main" id="{2185F77F-B09C-4F7E-BA4E-BC872B716ED2}"/>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a:extLst>
                <a:ext uri="{FF2B5EF4-FFF2-40B4-BE49-F238E27FC236}">
                  <a16:creationId xmlns:a16="http://schemas.microsoft.com/office/drawing/2014/main" id="{873FA2D7-AFDE-4EAB-89CB-4733FEA5EC91}"/>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a:extLst>
                <a:ext uri="{FF2B5EF4-FFF2-40B4-BE49-F238E27FC236}">
                  <a16:creationId xmlns:a16="http://schemas.microsoft.com/office/drawing/2014/main" id="{6A73F1AB-FEE3-4C0E-BAD8-265B2B5DCFDC}"/>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a:extLst>
                <a:ext uri="{FF2B5EF4-FFF2-40B4-BE49-F238E27FC236}">
                  <a16:creationId xmlns:a16="http://schemas.microsoft.com/office/drawing/2014/main" id="{ADD2062C-428C-4FA1-AB9B-7CBADD7929B8}"/>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a:extLst>
                <a:ext uri="{FF2B5EF4-FFF2-40B4-BE49-F238E27FC236}">
                  <a16:creationId xmlns:a16="http://schemas.microsoft.com/office/drawing/2014/main" id="{1EC7CDB9-EC35-4EBA-851A-7D8CA601E43D}"/>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a:extLst>
                <a:ext uri="{FF2B5EF4-FFF2-40B4-BE49-F238E27FC236}">
                  <a16:creationId xmlns:a16="http://schemas.microsoft.com/office/drawing/2014/main" id="{E2EDADFF-89D4-47A2-A3EC-7AB6C67ECA86}"/>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a:extLst>
                <a:ext uri="{FF2B5EF4-FFF2-40B4-BE49-F238E27FC236}">
                  <a16:creationId xmlns:a16="http://schemas.microsoft.com/office/drawing/2014/main" id="{9C43C0F9-8B5A-4B62-A8DF-93A9AE979498}"/>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a:extLst>
                <a:ext uri="{FF2B5EF4-FFF2-40B4-BE49-F238E27FC236}">
                  <a16:creationId xmlns:a16="http://schemas.microsoft.com/office/drawing/2014/main" id="{283E3153-3145-48DC-8D8A-0B0E015E2F4B}"/>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a:extLst>
                <a:ext uri="{FF2B5EF4-FFF2-40B4-BE49-F238E27FC236}">
                  <a16:creationId xmlns:a16="http://schemas.microsoft.com/office/drawing/2014/main" id="{18C1DB8B-0CD4-4E3B-B269-7E7DB3523E75}"/>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a:extLst>
                <a:ext uri="{FF2B5EF4-FFF2-40B4-BE49-F238E27FC236}">
                  <a16:creationId xmlns:a16="http://schemas.microsoft.com/office/drawing/2014/main" id="{768B50C2-DA32-43A1-A6E7-C72E69282F10}"/>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a:extLst>
                <a:ext uri="{FF2B5EF4-FFF2-40B4-BE49-F238E27FC236}">
                  <a16:creationId xmlns:a16="http://schemas.microsoft.com/office/drawing/2014/main" id="{3B5B1F2D-7A7F-4928-B67F-DD9EA6463DFE}"/>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椭圆 90">
              <a:extLst>
                <a:ext uri="{FF2B5EF4-FFF2-40B4-BE49-F238E27FC236}">
                  <a16:creationId xmlns:a16="http://schemas.microsoft.com/office/drawing/2014/main" id="{EEA1DD0A-C44B-4834-9371-A9CEC1EF604D}"/>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2" name="直接连接符 91">
              <a:extLst>
                <a:ext uri="{FF2B5EF4-FFF2-40B4-BE49-F238E27FC236}">
                  <a16:creationId xmlns:a16="http://schemas.microsoft.com/office/drawing/2014/main" id="{4322DFC7-B008-4600-B1A1-0A68DE8828D4}"/>
                </a:ext>
              </a:extLst>
            </p:cNvPr>
            <p:cNvCxnSpPr>
              <a:stCxn id="73" idx="6"/>
              <a:endCxn id="91"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FECB77EA-D03A-4361-AF76-E6CB9499F33A}"/>
                </a:ext>
              </a:extLst>
            </p:cNvPr>
            <p:cNvCxnSpPr>
              <a:stCxn id="73" idx="2"/>
              <a:endCxn id="74"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3F32F2D1-988D-4332-B0BF-1F62BBEC403D}"/>
                </a:ext>
              </a:extLst>
            </p:cNvPr>
            <p:cNvCxnSpPr>
              <a:cxnSpLocks/>
              <a:stCxn id="85" idx="3"/>
              <a:endCxn id="73"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6A4B0D9C-BEA8-48D2-A588-3F2BE7BCA47C}"/>
                </a:ext>
              </a:extLst>
            </p:cNvPr>
            <p:cNvCxnSpPr>
              <a:stCxn id="82" idx="5"/>
              <a:endCxn id="79"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A5CA3CA0-C36D-4FA7-85F4-F0A02C54B877}"/>
                </a:ext>
              </a:extLst>
            </p:cNvPr>
            <p:cNvCxnSpPr>
              <a:stCxn id="79" idx="3"/>
              <a:endCxn id="81"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696812B4-1394-4BFF-B422-D58E1B103A6D}"/>
                </a:ext>
              </a:extLst>
            </p:cNvPr>
            <p:cNvCxnSpPr>
              <a:stCxn id="83" idx="4"/>
              <a:endCxn id="79"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8A8D3381-8CB3-41A3-8A8D-0CCD63F13B7B}"/>
                </a:ext>
              </a:extLst>
            </p:cNvPr>
            <p:cNvCxnSpPr>
              <a:stCxn id="86" idx="4"/>
              <a:endCxn id="74"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83514259-906E-4F1D-B3D5-F42D4DA712CC}"/>
                </a:ext>
              </a:extLst>
            </p:cNvPr>
            <p:cNvCxnSpPr>
              <a:stCxn id="89" idx="6"/>
              <a:endCxn id="90"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5B4220D9-B18E-4934-BD91-FD1401F465B4}"/>
                </a:ext>
              </a:extLst>
            </p:cNvPr>
            <p:cNvCxnSpPr>
              <a:stCxn id="78" idx="7"/>
              <a:endCxn id="77"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2D02A6DF-D049-4AEC-8518-CC92E6696A35}"/>
                </a:ext>
              </a:extLst>
            </p:cNvPr>
            <p:cNvCxnSpPr>
              <a:stCxn id="79" idx="6"/>
              <a:endCxn id="78"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48E27FCE-D8C3-42D3-95DD-99A84FA931C0}"/>
                </a:ext>
              </a:extLst>
            </p:cNvPr>
            <p:cNvCxnSpPr>
              <a:stCxn id="86" idx="6"/>
              <a:endCxn id="73"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53897293-D836-49F2-BAC1-26EEF8DFD917}"/>
                </a:ext>
              </a:extLst>
            </p:cNvPr>
            <p:cNvCxnSpPr>
              <a:stCxn id="86" idx="3"/>
              <a:endCxn id="84"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FFD2569B-824D-433E-AA93-1E4B5CC99F2C}"/>
                </a:ext>
              </a:extLst>
            </p:cNvPr>
            <p:cNvCxnSpPr>
              <a:stCxn id="75" idx="3"/>
              <a:endCxn id="76"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E60F4466-763A-4E15-9832-14EBA67E5270}"/>
                </a:ext>
              </a:extLst>
            </p:cNvPr>
            <p:cNvCxnSpPr>
              <a:stCxn id="77" idx="4"/>
              <a:endCxn id="76"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AB080B9D-B4D9-45AE-B19C-69B0EDC82744}"/>
                </a:ext>
              </a:extLst>
            </p:cNvPr>
            <p:cNvCxnSpPr>
              <a:stCxn id="78" idx="5"/>
              <a:endCxn id="76"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1AFA9AD1-4493-4446-BAD7-1830A0140302}"/>
                </a:ext>
              </a:extLst>
            </p:cNvPr>
            <p:cNvCxnSpPr>
              <a:stCxn id="83" idx="6"/>
              <a:endCxn id="78"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D537EAC0-161B-40B1-80EC-15AE8B846633}"/>
                </a:ext>
              </a:extLst>
            </p:cNvPr>
            <p:cNvCxnSpPr>
              <a:stCxn id="87" idx="2"/>
              <a:endCxn id="83"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AF7BDAFC-CE8E-49B2-B65A-59C675A5884F}"/>
                </a:ext>
              </a:extLst>
            </p:cNvPr>
            <p:cNvCxnSpPr>
              <a:stCxn id="86" idx="2"/>
              <a:endCxn id="90"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D8944C6B-0F32-4F53-8D9F-772778DB328F}"/>
                </a:ext>
              </a:extLst>
            </p:cNvPr>
            <p:cNvCxnSpPr>
              <a:cxnSpLocks/>
              <a:stCxn id="85" idx="2"/>
              <a:endCxn id="86"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04BFD29C-4C1D-4EBA-A517-9F4E0121E2C8}"/>
                </a:ext>
              </a:extLst>
            </p:cNvPr>
            <p:cNvCxnSpPr>
              <a:stCxn id="90" idx="5"/>
              <a:endCxn id="84"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E5C057DA-3ED5-4AD1-BDDF-AF9079C0F07C}"/>
                </a:ext>
              </a:extLst>
            </p:cNvPr>
            <p:cNvCxnSpPr>
              <a:stCxn id="87" idx="5"/>
              <a:endCxn id="78"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EF5AF740-C161-49F2-A20D-6BBF22555FE9}"/>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BFD249CB-D739-4597-AEFB-ED5D81FE9262}"/>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496F6AD6-B920-45E5-A150-0F25FCBD4FFE}"/>
                </a:ext>
              </a:extLst>
            </p:cNvPr>
            <p:cNvCxnSpPr>
              <a:stCxn id="75" idx="6"/>
              <a:endCxn id="90"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B24CD7E6-701F-410C-8937-11BEA526E0E9}"/>
                </a:ext>
              </a:extLst>
            </p:cNvPr>
            <p:cNvCxnSpPr>
              <a:stCxn id="75" idx="0"/>
              <a:endCxn id="89"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2AD664E7-1928-459B-87B1-F3E175ED44E5}"/>
                </a:ext>
              </a:extLst>
            </p:cNvPr>
            <p:cNvCxnSpPr>
              <a:stCxn id="75" idx="1"/>
              <a:endCxn id="77"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774F650A-2702-47C2-B9A4-9C5C71B21A63}"/>
                </a:ext>
              </a:extLst>
            </p:cNvPr>
            <p:cNvCxnSpPr>
              <a:endCxn id="77"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6C23FB9B-3CE3-4DBA-BEC9-88B3C006A4E4}"/>
                </a:ext>
              </a:extLst>
            </p:cNvPr>
            <p:cNvCxnSpPr>
              <a:stCxn id="89"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44AEEE34-A2D5-44C9-9248-3056BE01EDDB}"/>
                </a:ext>
              </a:extLst>
            </p:cNvPr>
            <p:cNvCxnSpPr>
              <a:cxnSpLocks/>
              <a:endCxn id="89"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3ACA1D7E-83C2-4B0B-9173-4A7092D8FA02}"/>
                </a:ext>
              </a:extLst>
            </p:cNvPr>
            <p:cNvCxnSpPr>
              <a:stCxn id="82" idx="7"/>
              <a:endCxn id="83"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BB38973A-B77E-4E3F-91B4-EFED61EA8591}"/>
                </a:ext>
              </a:extLst>
            </p:cNvPr>
            <p:cNvCxnSpPr>
              <a:stCxn id="82" idx="0"/>
              <a:endCxn id="88"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339FF751-D4D6-4226-B333-69498A4AA5AF}"/>
                </a:ext>
              </a:extLst>
            </p:cNvPr>
            <p:cNvCxnSpPr>
              <a:stCxn id="83" idx="1"/>
              <a:endCxn id="88"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a:extLst>
                <a:ext uri="{FF2B5EF4-FFF2-40B4-BE49-F238E27FC236}">
                  <a16:creationId xmlns:a16="http://schemas.microsoft.com/office/drawing/2014/main" id="{0895E182-2E14-4002-A0EE-80994E669710}"/>
                </a:ext>
              </a:extLst>
            </p:cNvPr>
            <p:cNvCxnSpPr>
              <a:cxnSpLocks/>
              <a:stCxn id="78"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id="{769BFAA9-34A8-4A5E-BEF1-85D1E7ADFDEF}"/>
                </a:ext>
              </a:extLst>
            </p:cNvPr>
            <p:cNvCxnSpPr>
              <a:cxnSpLocks/>
              <a:stCxn id="87"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1A6F8B03-CBCD-4450-9B9B-CF4BD1305566}"/>
                </a:ext>
              </a:extLst>
            </p:cNvPr>
            <p:cNvCxnSpPr>
              <a:stCxn id="81" idx="0"/>
              <a:endCxn id="82"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DCA3ECFB-8E81-4F8F-8711-39144C3C2B41}"/>
                </a:ext>
              </a:extLst>
            </p:cNvPr>
            <p:cNvCxnSpPr>
              <a:cxnSpLocks/>
              <a:stCxn id="81"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F47B8A72-1C19-4B8C-A62F-2EF233DA7362}"/>
                </a:ext>
              </a:extLst>
            </p:cNvPr>
            <p:cNvCxnSpPr>
              <a:endCxn id="90"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9" name="直接连接符 128">
              <a:extLst>
                <a:ext uri="{FF2B5EF4-FFF2-40B4-BE49-F238E27FC236}">
                  <a16:creationId xmlns:a16="http://schemas.microsoft.com/office/drawing/2014/main" id="{308703E1-A490-4418-9CB3-73D187FD2D79}"/>
                </a:ext>
              </a:extLst>
            </p:cNvPr>
            <p:cNvCxnSpPr>
              <a:stCxn id="74" idx="3"/>
              <a:endCxn id="84"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BE40DEB4-A593-4937-84D9-12693ED9F155}"/>
                </a:ext>
              </a:extLst>
            </p:cNvPr>
            <p:cNvCxnSpPr>
              <a:cxnSpLocks/>
              <a:endCxn id="91"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543BF644-F6E7-493A-B20F-BB4C13D992ED}"/>
                </a:ext>
              </a:extLst>
            </p:cNvPr>
            <p:cNvCxnSpPr>
              <a:cxnSpLocks/>
              <a:stCxn id="86"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132" name="直接连接符 131">
              <a:extLst>
                <a:ext uri="{FF2B5EF4-FFF2-40B4-BE49-F238E27FC236}">
                  <a16:creationId xmlns:a16="http://schemas.microsoft.com/office/drawing/2014/main" id="{EF8C5D9B-D8CE-4135-8297-E6B0C7A31165}"/>
                </a:ext>
              </a:extLst>
            </p:cNvPr>
            <p:cNvCxnSpPr>
              <a:stCxn id="88"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133" name="直接连接符 132">
              <a:extLst>
                <a:ext uri="{FF2B5EF4-FFF2-40B4-BE49-F238E27FC236}">
                  <a16:creationId xmlns:a16="http://schemas.microsoft.com/office/drawing/2014/main" id="{07DE3EF8-5DD0-4312-9798-8FE2DEEED6EE}"/>
                </a:ext>
              </a:extLst>
            </p:cNvPr>
            <p:cNvCxnSpPr>
              <a:stCxn id="91"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grpSp>
      <p:grpSp>
        <p:nvGrpSpPr>
          <p:cNvPr id="8" name="组合 7">
            <a:extLst>
              <a:ext uri="{FF2B5EF4-FFF2-40B4-BE49-F238E27FC236}">
                <a16:creationId xmlns:a16="http://schemas.microsoft.com/office/drawing/2014/main" id="{7A3947A1-486F-4CA5-B6FE-99E859380C87}"/>
              </a:ext>
            </a:extLst>
          </p:cNvPr>
          <p:cNvGrpSpPr/>
          <p:nvPr userDrawn="1"/>
        </p:nvGrpSpPr>
        <p:grpSpPr>
          <a:xfrm>
            <a:off x="-14417" y="-36940"/>
            <a:ext cx="7711084" cy="941457"/>
            <a:chOff x="-14417" y="-36940"/>
            <a:chExt cx="7711084" cy="941457"/>
          </a:xfrm>
        </p:grpSpPr>
        <p:sp>
          <p:nvSpPr>
            <p:cNvPr id="11" name="椭圆 10">
              <a:extLst>
                <a:ext uri="{FF2B5EF4-FFF2-40B4-BE49-F238E27FC236}">
                  <a16:creationId xmlns:a16="http://schemas.microsoft.com/office/drawing/2014/main" id="{1E70C58A-5A85-4832-B6D7-16830C470707}"/>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DC82F87F-1BF8-46C1-A5E3-DA3CF824850F}"/>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614CD21A-C39D-4795-83CD-774FD349585D}"/>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EB2837F6-1D7D-46DA-8111-809E9C8B0A67}"/>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01AB2BC1-E267-4710-B496-D53DA744DE3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6E02D594-6540-4CD5-9CDE-9001117B20E9}"/>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D7450177-3DC4-4063-9A91-85BDBC7A780E}"/>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CB691F92-4285-438C-8B71-569CDBA913BC}"/>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07D649CF-34AF-43C0-80EE-504F388BEB1A}"/>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6C3BC982-0A71-4DAD-AC1C-2DEA049913C3}"/>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177E03B8-1E2B-4537-A018-26391B9575C4}"/>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1592E938-A3ED-44EC-93E9-1785BE2E4EDD}"/>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CDCEBC96-4EF5-41F1-9446-466FFB5DC9CD}"/>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B0785AE5-CD30-41AA-ACB0-765EB9154018}"/>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4F9C78BD-7254-43D0-B63D-81A0C10A2BC2}"/>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200D9AED-3611-4A19-A09B-53C3B2A2818F}"/>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A6F858B9-2052-4F86-BC88-E78AD36ED096}"/>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6BCFA25F-2B9D-4F6E-B38B-19F53F45D1CF}"/>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a:extLst>
                <a:ext uri="{FF2B5EF4-FFF2-40B4-BE49-F238E27FC236}">
                  <a16:creationId xmlns:a16="http://schemas.microsoft.com/office/drawing/2014/main" id="{EF57988D-049C-4D78-A536-99EC4D0BAB04}"/>
                </a:ext>
              </a:extLst>
            </p:cNvPr>
            <p:cNvCxnSpPr>
              <a:stCxn id="11" idx="6"/>
              <a:endCxn id="28"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F3D42FA-2034-4BBA-AFD3-B3C0A5A65D39}"/>
                </a:ext>
              </a:extLst>
            </p:cNvPr>
            <p:cNvCxnSpPr>
              <a:stCxn id="11" idx="2"/>
              <a:endCxn id="12"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0B24ED17-C590-4CB2-B1A4-6D7EC6DCA772}"/>
                </a:ext>
              </a:extLst>
            </p:cNvPr>
            <p:cNvCxnSpPr>
              <a:cxnSpLocks/>
              <a:stCxn id="22" idx="3"/>
              <a:endCxn id="11"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99834F15-9349-468B-B5E5-8659E935A5A2}"/>
                </a:ext>
              </a:extLst>
            </p:cNvPr>
            <p:cNvCxnSpPr>
              <a:stCxn id="19" idx="5"/>
              <a:endCxn id="17"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A336D1BB-3A65-4649-9B52-09502722C357}"/>
                </a:ext>
              </a:extLst>
            </p:cNvPr>
            <p:cNvCxnSpPr>
              <a:stCxn id="17" idx="3"/>
              <a:endCxn id="18"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830AE0D1-FDFD-46A6-829E-66306B877083}"/>
                </a:ext>
              </a:extLst>
            </p:cNvPr>
            <p:cNvCxnSpPr>
              <a:stCxn id="20" idx="4"/>
              <a:endCxn id="17"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6AA5C445-D90A-4189-A07F-D15BA880046F}"/>
                </a:ext>
              </a:extLst>
            </p:cNvPr>
            <p:cNvCxnSpPr>
              <a:stCxn id="23" idx="4"/>
              <a:endCxn id="12"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0F8A100-95DF-45C4-A02E-0C8C46B4314C}"/>
                </a:ext>
              </a:extLst>
            </p:cNvPr>
            <p:cNvCxnSpPr>
              <a:stCxn id="26" idx="6"/>
              <a:endCxn id="27"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DDDB52B-FF38-4869-8A0D-494CE5550BDB}"/>
                </a:ext>
              </a:extLst>
            </p:cNvPr>
            <p:cNvCxnSpPr>
              <a:stCxn id="16" idx="7"/>
              <a:endCxn id="15"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F63548ED-507F-4F3D-836C-81039DF3B1E7}"/>
                </a:ext>
              </a:extLst>
            </p:cNvPr>
            <p:cNvCxnSpPr>
              <a:stCxn id="17" idx="6"/>
              <a:endCxn id="16"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719E4C08-CB97-4EC4-A528-10913EA80E69}"/>
                </a:ext>
              </a:extLst>
            </p:cNvPr>
            <p:cNvCxnSpPr>
              <a:stCxn id="23" idx="6"/>
              <a:endCxn id="11"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1511854-D175-4227-8D60-EBAF0717F6DD}"/>
                </a:ext>
              </a:extLst>
            </p:cNvPr>
            <p:cNvCxnSpPr>
              <a:stCxn id="23" idx="3"/>
              <a:endCxn id="21"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76E4B19-9F97-4F83-AA6D-5A8CBE468573}"/>
                </a:ext>
              </a:extLst>
            </p:cNvPr>
            <p:cNvCxnSpPr>
              <a:stCxn id="13" idx="3"/>
              <a:endCxn id="14"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57A9D0DD-9F1B-4A1A-B7F1-B6E664603E79}"/>
                </a:ext>
              </a:extLst>
            </p:cNvPr>
            <p:cNvCxnSpPr>
              <a:stCxn id="15" idx="4"/>
              <a:endCxn id="14"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C284FBF-DF36-40EF-86F6-16AC04A270E2}"/>
                </a:ext>
              </a:extLst>
            </p:cNvPr>
            <p:cNvCxnSpPr>
              <a:stCxn id="16" idx="5"/>
              <a:endCxn id="14"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1383EE05-8E61-4A85-A91D-D1417FCC1D5F}"/>
                </a:ext>
              </a:extLst>
            </p:cNvPr>
            <p:cNvCxnSpPr>
              <a:stCxn id="20" idx="6"/>
              <a:endCxn id="16"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8A049FF-C96C-460A-B2CD-FFC3F6D73658}"/>
                </a:ext>
              </a:extLst>
            </p:cNvPr>
            <p:cNvCxnSpPr>
              <a:stCxn id="24" idx="2"/>
              <a:endCxn id="20"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706D5248-8E0C-47C8-A71F-38D641918AF8}"/>
                </a:ext>
              </a:extLst>
            </p:cNvPr>
            <p:cNvCxnSpPr>
              <a:stCxn id="23" idx="2"/>
              <a:endCxn id="27"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ADAE38AF-A576-42C8-8850-5F9F0F06D3FA}"/>
                </a:ext>
              </a:extLst>
            </p:cNvPr>
            <p:cNvCxnSpPr>
              <a:cxnSpLocks/>
              <a:stCxn id="22" idx="2"/>
              <a:endCxn id="23"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6B8FE99F-F5FC-4420-B37A-75F109AE28D7}"/>
                </a:ext>
              </a:extLst>
            </p:cNvPr>
            <p:cNvCxnSpPr>
              <a:stCxn id="27" idx="5"/>
              <a:endCxn id="21"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5EA1E4D-310E-4749-B60D-9B05C967D9B0}"/>
                </a:ext>
              </a:extLst>
            </p:cNvPr>
            <p:cNvCxnSpPr>
              <a:stCxn id="24" idx="5"/>
              <a:endCxn id="16"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F1EBD42-7758-4DD4-B8E1-8C41CBFEDC0F}"/>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DB5DFAE-307D-4F16-BF3B-C5F160B3D503}"/>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18921FA-0CC5-4DF5-B3EC-CB661C7EB6BB}"/>
                </a:ext>
              </a:extLst>
            </p:cNvPr>
            <p:cNvCxnSpPr>
              <a:stCxn id="13" idx="6"/>
              <a:endCxn id="27"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95C4407-68F4-456A-A554-50261B51366A}"/>
                </a:ext>
              </a:extLst>
            </p:cNvPr>
            <p:cNvCxnSpPr>
              <a:stCxn id="13" idx="0"/>
              <a:endCxn id="26"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92379BE-F813-4A7D-8340-42365B6A55DA}"/>
                </a:ext>
              </a:extLst>
            </p:cNvPr>
            <p:cNvCxnSpPr>
              <a:stCxn id="13" idx="1"/>
              <a:endCxn id="15"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C25CA83-739A-45BB-9832-DEE30BADFDB4}"/>
                </a:ext>
              </a:extLst>
            </p:cNvPr>
            <p:cNvCxnSpPr>
              <a:endCxn id="15"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3E807B79-5434-4949-8936-50FCA93E0E43}"/>
                </a:ext>
              </a:extLst>
            </p:cNvPr>
            <p:cNvCxnSpPr>
              <a:stCxn id="26"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728192E-902E-423E-B8CF-43B2D5A20881}"/>
                </a:ext>
              </a:extLst>
            </p:cNvPr>
            <p:cNvCxnSpPr>
              <a:cxnSpLocks/>
              <a:endCxn id="26"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6CB4E7A-44DB-4A64-93F2-BB06DBC99A07}"/>
                </a:ext>
              </a:extLst>
            </p:cNvPr>
            <p:cNvCxnSpPr>
              <a:stCxn id="19" idx="7"/>
              <a:endCxn id="20"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EDBE1156-FDC8-4DE2-B587-33F0C37EFB69}"/>
                </a:ext>
              </a:extLst>
            </p:cNvPr>
            <p:cNvCxnSpPr>
              <a:stCxn id="19" idx="0"/>
              <a:endCxn id="25"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F0E83090-2481-476D-ACEF-A67D7B5914B7}"/>
                </a:ext>
              </a:extLst>
            </p:cNvPr>
            <p:cNvCxnSpPr>
              <a:stCxn id="20" idx="1"/>
              <a:endCxn id="25"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B1DAAC1-BA9B-409D-970B-A5D12C8596EA}"/>
                </a:ext>
              </a:extLst>
            </p:cNvPr>
            <p:cNvCxnSpPr>
              <a:cxnSpLocks/>
              <a:stCxn id="16"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7500C3F-46B3-4B5C-9EC2-A1949BC93DC9}"/>
                </a:ext>
              </a:extLst>
            </p:cNvPr>
            <p:cNvCxnSpPr>
              <a:cxnSpLocks/>
              <a:stCxn id="24"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88F8415-9756-402F-BE52-8D940D473116}"/>
                </a:ext>
              </a:extLst>
            </p:cNvPr>
            <p:cNvCxnSpPr>
              <a:stCxn id="18" idx="0"/>
              <a:endCxn id="19"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20BA3FF9-1E96-463A-BBE8-7EC376F780F2}"/>
                </a:ext>
              </a:extLst>
            </p:cNvPr>
            <p:cNvCxnSpPr>
              <a:cxnSpLocks/>
              <a:stCxn id="18"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5853B213-278D-402D-B8CB-B123C2391C51}"/>
                </a:ext>
              </a:extLst>
            </p:cNvPr>
            <p:cNvCxnSpPr>
              <a:endCxn id="27"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7998B8E8-1748-4FD0-8836-FD7CD490892E}"/>
                </a:ext>
              </a:extLst>
            </p:cNvPr>
            <p:cNvCxnSpPr>
              <a:stCxn id="12" idx="3"/>
              <a:endCxn id="21"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EDA45374-C937-4FE7-A5B2-17A39F48B82B}"/>
                </a:ext>
              </a:extLst>
            </p:cNvPr>
            <p:cNvCxnSpPr>
              <a:cxnSpLocks/>
              <a:endCxn id="28"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B6B7628-4AF9-4E43-B218-328CB255493B}"/>
                </a:ext>
              </a:extLst>
            </p:cNvPr>
            <p:cNvCxnSpPr>
              <a:cxnSpLocks/>
              <a:stCxn id="23"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72" name="直接连接符 71">
              <a:extLst>
                <a:ext uri="{FF2B5EF4-FFF2-40B4-BE49-F238E27FC236}">
                  <a16:creationId xmlns:a16="http://schemas.microsoft.com/office/drawing/2014/main" id="{14CAEE0F-D202-4D7A-AAC0-A5409DD85BF2}"/>
                </a:ext>
              </a:extLst>
            </p:cNvPr>
            <p:cNvCxnSpPr>
              <a:stCxn id="25"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80" name="直接连接符 79">
              <a:extLst>
                <a:ext uri="{FF2B5EF4-FFF2-40B4-BE49-F238E27FC236}">
                  <a16:creationId xmlns:a16="http://schemas.microsoft.com/office/drawing/2014/main" id="{028D3624-D8D9-4963-B1CD-9EB136A70384}"/>
                </a:ext>
              </a:extLst>
            </p:cNvPr>
            <p:cNvCxnSpPr>
              <a:stCxn id="28"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grpSp>
      <p:sp>
        <p:nvSpPr>
          <p:cNvPr id="6" name="Freeform 25">
            <a:extLst>
              <a:ext uri="{FF2B5EF4-FFF2-40B4-BE49-F238E27FC236}">
                <a16:creationId xmlns:a16="http://schemas.microsoft.com/office/drawing/2014/main" id="{38B69EE1-BCFE-4371-B597-971E0649EC0B}"/>
              </a:ext>
            </a:extLst>
          </p:cNvPr>
          <p:cNvSpPr>
            <a:spLocks noChangeArrowheads="1"/>
          </p:cNvSpPr>
          <p:nvPr userDrawn="1"/>
        </p:nvSpPr>
        <p:spPr bwMode="auto">
          <a:xfrm>
            <a:off x="11116689" y="136525"/>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IBM Plex Sans Light" panose="020B0403050203000203" pitchFamily="34" charset="0"/>
              <a:sym typeface="Exo 2 Light" panose="00000400000000000000" pitchFamily="50" charset="0"/>
            </a:endParaRPr>
          </a:p>
        </p:txBody>
      </p:sp>
      <p:sp>
        <p:nvSpPr>
          <p:cNvPr id="7" name="TextBox 26">
            <a:extLst>
              <a:ext uri="{FF2B5EF4-FFF2-40B4-BE49-F238E27FC236}">
                <a16:creationId xmlns:a16="http://schemas.microsoft.com/office/drawing/2014/main" id="{7D80F13B-F800-4F65-9D06-0B1624B47232}"/>
              </a:ext>
            </a:extLst>
          </p:cNvPr>
          <p:cNvSpPr txBox="1"/>
          <p:nvPr userDrawn="1"/>
        </p:nvSpPr>
        <p:spPr>
          <a:xfrm>
            <a:off x="7898609" y="217993"/>
            <a:ext cx="3212739" cy="469359"/>
          </a:xfrm>
          <a:prstGeom prst="rect">
            <a:avLst/>
          </a:prstGeom>
          <a:noFill/>
        </p:spPr>
        <p:txBody>
          <a:bodyPr wrap="none" rtlCol="0">
            <a:spAutoFit/>
          </a:bodyPr>
          <a:lstStyle/>
          <a:p>
            <a:pPr algn="r"/>
            <a:r>
              <a:rPr lang="zh-CN" altLang="en-US" sz="1400" b="1" kern="1200" dirty="0">
                <a:solidFill>
                  <a:schemeClr val="tx1">
                    <a:lumMod val="75000"/>
                    <a:lumOff val="25000"/>
                  </a:schemeClr>
                </a:solidFill>
                <a:latin typeface="微软雅黑" panose="020B0503020204020204" pitchFamily="34" charset="-122"/>
                <a:ea typeface="微软雅黑" panose="020B0503020204020204" pitchFamily="34" charset="-122"/>
                <a:cs typeface="Exo 2 Thin" charset="0"/>
                <a:sym typeface="Exo 2 Light" panose="00000400000000000000" pitchFamily="50" charset="0"/>
              </a:rPr>
              <a:t>生成树协议</a:t>
            </a:r>
            <a:endParaRPr lang="en-US" altLang="zh-CN" sz="1400" b="1" kern="1200" dirty="0">
              <a:solidFill>
                <a:schemeClr val="tx1">
                  <a:lumMod val="75000"/>
                  <a:lumOff val="25000"/>
                </a:schemeClr>
              </a:solidFill>
              <a:latin typeface="微软雅黑" panose="020B0503020204020204" pitchFamily="34" charset="-122"/>
              <a:ea typeface="微软雅黑" panose="020B0503020204020204" pitchFamily="34" charset="-122"/>
              <a:cs typeface="Exo 2 Thin" charset="0"/>
              <a:sym typeface="Exo 2 Light" panose="00000400000000000000" pitchFamily="50" charset="0"/>
            </a:endParaRPr>
          </a:p>
          <a:p>
            <a:pPr algn="r"/>
            <a:r>
              <a:rPr lang="en-US" altLang="zh-CN"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rPr>
              <a:t>Spanning tree protocol</a:t>
            </a:r>
            <a:endParaRPr lang="en-US"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endParaRPr>
          </a:p>
        </p:txBody>
      </p:sp>
      <p:sp>
        <p:nvSpPr>
          <p:cNvPr id="2" name="矩形 1">
            <a:extLst>
              <a:ext uri="{FF2B5EF4-FFF2-40B4-BE49-F238E27FC236}">
                <a16:creationId xmlns:a16="http://schemas.microsoft.com/office/drawing/2014/main" id="{C0291C21-5CD9-4C0A-A1F9-B35A9D1269FC}"/>
              </a:ext>
            </a:extLst>
          </p:cNvPr>
          <p:cNvSpPr/>
          <p:nvPr userDrawn="1"/>
        </p:nvSpPr>
        <p:spPr>
          <a:xfrm>
            <a:off x="695834" y="1032229"/>
            <a:ext cx="10800000" cy="5040000"/>
          </a:xfrm>
          <a:prstGeom prst="rect">
            <a:avLst/>
          </a:prstGeom>
          <a:solidFill>
            <a:schemeClr val="bg1"/>
          </a:solidFill>
          <a:ln>
            <a:solidFill>
              <a:schemeClr val="bg1">
                <a:lumMod val="95000"/>
              </a:schemeClr>
            </a:solidFill>
          </a:ln>
          <a:effectLst>
            <a:outerShdw blurRad="508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0" name="文本占位符 8">
            <a:extLst>
              <a:ext uri="{FF2B5EF4-FFF2-40B4-BE49-F238E27FC236}">
                <a16:creationId xmlns:a16="http://schemas.microsoft.com/office/drawing/2014/main" id="{9688E790-5753-47AE-9AE4-065DB60D20A1}"/>
              </a:ext>
            </a:extLst>
          </p:cNvPr>
          <p:cNvSpPr>
            <a:spLocks noGrp="1"/>
          </p:cNvSpPr>
          <p:nvPr>
            <p:ph type="body" sz="quarter" idx="13" hasCustomPrompt="1"/>
          </p:nvPr>
        </p:nvSpPr>
        <p:spPr>
          <a:xfrm>
            <a:off x="695466" y="672447"/>
            <a:ext cx="3286125" cy="542516"/>
          </a:xfrm>
          <a:solidFill>
            <a:schemeClr val="accent2">
              <a:lumMod val="75000"/>
            </a:schemeClr>
          </a:solidFill>
          <a:ln>
            <a:solidFill>
              <a:schemeClr val="accent2">
                <a:lumMod val="50000"/>
              </a:schemeClr>
            </a:solidFill>
          </a:ln>
        </p:spPr>
        <p:txBody>
          <a:bodyPr anchor="ctr" anchorCtr="0"/>
          <a:lstStyle>
            <a:lvl1pPr marL="0" indent="0" algn="ctr">
              <a:buNone/>
              <a:defRPr>
                <a:solidFill>
                  <a:schemeClr val="bg1"/>
                </a:solidFill>
                <a:latin typeface="微软雅黑" panose="020B0503020204020204" pitchFamily="34" charset="-122"/>
                <a:ea typeface="微软雅黑" panose="020B0503020204020204" pitchFamily="34" charset="-122"/>
              </a:defRPr>
            </a:lvl1pPr>
            <a:lvl2pPr marL="457200" indent="0">
              <a:buNone/>
              <a:defRPr>
                <a:latin typeface="微软雅黑" panose="020B0503020204020204" pitchFamily="34" charset="-122"/>
                <a:ea typeface="微软雅黑" panose="020B0503020204020204" pitchFamily="34" charset="-122"/>
              </a:defRPr>
            </a:lvl2pPr>
            <a:lvl3pPr marL="914400" indent="0">
              <a:buNone/>
              <a:defRPr>
                <a:latin typeface="微软雅黑" panose="020B0503020204020204" pitchFamily="34" charset="-122"/>
                <a:ea typeface="微软雅黑" panose="020B0503020204020204" pitchFamily="34" charset="-122"/>
              </a:defRPr>
            </a:lvl3pPr>
            <a:lvl4pPr marL="1371600" indent="0">
              <a:buNone/>
              <a:defRPr>
                <a:latin typeface="微软雅黑" panose="020B0503020204020204" pitchFamily="34" charset="-122"/>
                <a:ea typeface="微软雅黑" panose="020B0503020204020204" pitchFamily="34" charset="-122"/>
              </a:defRPr>
            </a:lvl4pPr>
            <a:lvl5pPr marL="1828800" indent="0">
              <a:buNone/>
              <a:defRPr>
                <a:latin typeface="微软雅黑" panose="020B0503020204020204" pitchFamily="34" charset="-122"/>
                <a:ea typeface="微软雅黑" panose="020B0503020204020204" pitchFamily="34" charset="-122"/>
              </a:defRPr>
            </a:lvl5pPr>
          </a:lstStyle>
          <a:p>
            <a:pPr lvl="0"/>
            <a:r>
              <a:rPr lang="zh-CN" altLang="en-US" dirty="0"/>
              <a:t>版文本样式</a:t>
            </a:r>
          </a:p>
        </p:txBody>
      </p:sp>
      <p:sp>
        <p:nvSpPr>
          <p:cNvPr id="9" name="直角三角形 8">
            <a:extLst>
              <a:ext uri="{FF2B5EF4-FFF2-40B4-BE49-F238E27FC236}">
                <a16:creationId xmlns:a16="http://schemas.microsoft.com/office/drawing/2014/main" id="{27E6DB47-D228-4E26-9861-0E71F9A9A745}"/>
              </a:ext>
            </a:extLst>
          </p:cNvPr>
          <p:cNvSpPr>
            <a:spLocks/>
          </p:cNvSpPr>
          <p:nvPr userDrawn="1"/>
        </p:nvSpPr>
        <p:spPr>
          <a:xfrm>
            <a:off x="3981591" y="672447"/>
            <a:ext cx="252000" cy="360000"/>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占位符 67">
            <a:extLst>
              <a:ext uri="{FF2B5EF4-FFF2-40B4-BE49-F238E27FC236}">
                <a16:creationId xmlns:a16="http://schemas.microsoft.com/office/drawing/2014/main" id="{F566F8F7-2EB5-48F8-862D-711430CE971A}"/>
              </a:ext>
            </a:extLst>
          </p:cNvPr>
          <p:cNvSpPr>
            <a:spLocks noGrp="1"/>
          </p:cNvSpPr>
          <p:nvPr>
            <p:ph type="body" sz="quarter" idx="14"/>
          </p:nvPr>
        </p:nvSpPr>
        <p:spPr>
          <a:xfrm>
            <a:off x="1148460" y="1510985"/>
            <a:ext cx="9962887" cy="4115817"/>
          </a:xfrm>
        </p:spPr>
        <p:txBody>
          <a:bodyPr>
            <a:normAutofit/>
          </a:bodyPr>
          <a:lstStyle>
            <a:lvl1pPr marL="0" indent="0" algn="just">
              <a:buNone/>
              <a:defRPr sz="1800">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单击此处编辑母版文本样式</a:t>
            </a:r>
          </a:p>
        </p:txBody>
      </p:sp>
      <p:sp>
        <p:nvSpPr>
          <p:cNvPr id="134" name="文本占位符 133">
            <a:extLst>
              <a:ext uri="{FF2B5EF4-FFF2-40B4-BE49-F238E27FC236}">
                <a16:creationId xmlns:a16="http://schemas.microsoft.com/office/drawing/2014/main" id="{FFBA30E8-AF01-4F78-97B5-6D8861FA3D89}"/>
              </a:ext>
            </a:extLst>
          </p:cNvPr>
          <p:cNvSpPr>
            <a:spLocks noGrp="1"/>
          </p:cNvSpPr>
          <p:nvPr>
            <p:ph type="body" sz="quarter" idx="15"/>
          </p:nvPr>
        </p:nvSpPr>
        <p:spPr>
          <a:xfrm>
            <a:off x="695466" y="6255764"/>
            <a:ext cx="8345771" cy="313932"/>
          </a:xfrm>
        </p:spPr>
        <p:txBody>
          <a:bodyPr anchor="ctr" anchorCtr="0">
            <a:spAutoFit/>
          </a:bodyPr>
          <a:lstStyle>
            <a:lvl1pPr marL="0" indent="0">
              <a:buNone/>
              <a:defRPr sz="1600">
                <a:latin typeface="微软雅黑 Light" panose="020B0502040204020203" pitchFamily="34" charset="-122"/>
                <a:ea typeface="微软雅黑 Light" panose="020B0502040204020203" pitchFamily="34" charset="-122"/>
              </a:defRPr>
            </a:lvl1pPr>
            <a:lvl2pPr marL="457200" indent="0">
              <a:buNone/>
              <a:defRPr sz="1600">
                <a:latin typeface="微软雅黑 Light" panose="020B0502040204020203" pitchFamily="34" charset="-122"/>
                <a:ea typeface="微软雅黑 Light" panose="020B0502040204020203" pitchFamily="34" charset="-122"/>
              </a:defRPr>
            </a:lvl2pPr>
            <a:lvl3pPr marL="914400" indent="0">
              <a:buNone/>
              <a:defRPr sz="1600">
                <a:latin typeface="微软雅黑 Light" panose="020B0502040204020203" pitchFamily="34" charset="-122"/>
                <a:ea typeface="微软雅黑 Light" panose="020B0502040204020203" pitchFamily="34" charset="-122"/>
              </a:defRPr>
            </a:lvl3pPr>
            <a:lvl4pPr marL="1371600" indent="0">
              <a:buNone/>
              <a:defRPr sz="1600">
                <a:latin typeface="微软雅黑 Light" panose="020B0502040204020203" pitchFamily="34" charset="-122"/>
                <a:ea typeface="微软雅黑 Light" panose="020B0502040204020203" pitchFamily="34" charset="-122"/>
              </a:defRPr>
            </a:lvl4pPr>
            <a:lvl5pPr marL="1828800" indent="0">
              <a:buNone/>
              <a:defRPr sz="1600">
                <a:latin typeface="微软雅黑 Light" panose="020B0502040204020203" pitchFamily="34" charset="-122"/>
                <a:ea typeface="微软雅黑 Light" panose="020B0502040204020203" pitchFamily="34" charset="-122"/>
              </a:defRPr>
            </a:lvl5pPr>
          </a:lstStyle>
          <a:p>
            <a:pPr lvl="0"/>
            <a:r>
              <a:rPr lang="zh-CN" altLang="en-US" dirty="0"/>
              <a:t>单击此处编辑母版文本样式</a:t>
            </a:r>
          </a:p>
        </p:txBody>
      </p:sp>
    </p:spTree>
    <p:extLst>
      <p:ext uri="{BB962C8B-B14F-4D97-AF65-F5344CB8AC3E}">
        <p14:creationId xmlns:p14="http://schemas.microsoft.com/office/powerpoint/2010/main" val="11254375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6768C7-23F8-4996-89B7-429E7B384BF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0289BB1-DBAC-4FAE-808E-C6C3CC80EA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E471610-0211-48D5-95A9-F94CB96D8C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56B36E4-C4E8-458D-94CD-1B6C35F2457D}"/>
              </a:ext>
            </a:extLst>
          </p:cNvPr>
          <p:cNvSpPr>
            <a:spLocks noGrp="1"/>
          </p:cNvSpPr>
          <p:nvPr>
            <p:ph type="dt" sz="half" idx="10"/>
          </p:nvPr>
        </p:nvSpPr>
        <p:spPr/>
        <p:txBody>
          <a:bodyPr/>
          <a:lstStyle/>
          <a:p>
            <a:fld id="{1C651236-3214-46F9-9D33-783F0260D354}" type="datetimeFigureOut">
              <a:rPr lang="zh-CN" altLang="en-US" smtClean="0"/>
              <a:t>2023/10/11</a:t>
            </a:fld>
            <a:endParaRPr lang="zh-CN" altLang="en-US"/>
          </a:p>
        </p:txBody>
      </p:sp>
      <p:sp>
        <p:nvSpPr>
          <p:cNvPr id="6" name="页脚占位符 5">
            <a:extLst>
              <a:ext uri="{FF2B5EF4-FFF2-40B4-BE49-F238E27FC236}">
                <a16:creationId xmlns:a16="http://schemas.microsoft.com/office/drawing/2014/main" id="{ABBCFDB4-DA9F-4658-A8BD-C801BA97254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C90A9A8-C584-4D99-A352-D2E7B4678255}"/>
              </a:ext>
            </a:extLst>
          </p:cNvPr>
          <p:cNvSpPr>
            <a:spLocks noGrp="1"/>
          </p:cNvSpPr>
          <p:nvPr>
            <p:ph type="sldNum" sz="quarter" idx="12"/>
          </p:nvPr>
        </p:nvSpPr>
        <p:spPr/>
        <p:txBody>
          <a:bodyPr/>
          <a:lstStyle/>
          <a:p>
            <a:fld id="{B1502BCF-571E-433F-99D2-89AB9B2A73EF}" type="slidenum">
              <a:rPr lang="zh-CN" altLang="en-US" smtClean="0"/>
              <a:t>‹#›</a:t>
            </a:fld>
            <a:endParaRPr lang="zh-CN" altLang="en-US"/>
          </a:p>
        </p:txBody>
      </p:sp>
    </p:spTree>
    <p:extLst>
      <p:ext uri="{BB962C8B-B14F-4D97-AF65-F5344CB8AC3E}">
        <p14:creationId xmlns:p14="http://schemas.microsoft.com/office/powerpoint/2010/main" val="318404939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A3C00C-6791-4AF6-ADED-16A78E3F339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3F28181-291D-4D0F-8D46-BF5DED710F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8F3292F-BAC3-41E9-B23C-2785046871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57AEF6B-24EF-4053-BEF4-408CE32CF01D}"/>
              </a:ext>
            </a:extLst>
          </p:cNvPr>
          <p:cNvSpPr>
            <a:spLocks noGrp="1"/>
          </p:cNvSpPr>
          <p:nvPr>
            <p:ph type="dt" sz="half" idx="10"/>
          </p:nvPr>
        </p:nvSpPr>
        <p:spPr/>
        <p:txBody>
          <a:bodyPr/>
          <a:lstStyle/>
          <a:p>
            <a:fld id="{1C651236-3214-46F9-9D33-783F0260D354}" type="datetimeFigureOut">
              <a:rPr lang="zh-CN" altLang="en-US" smtClean="0"/>
              <a:t>2023/10/11</a:t>
            </a:fld>
            <a:endParaRPr lang="zh-CN" altLang="en-US"/>
          </a:p>
        </p:txBody>
      </p:sp>
      <p:sp>
        <p:nvSpPr>
          <p:cNvPr id="6" name="页脚占位符 5">
            <a:extLst>
              <a:ext uri="{FF2B5EF4-FFF2-40B4-BE49-F238E27FC236}">
                <a16:creationId xmlns:a16="http://schemas.microsoft.com/office/drawing/2014/main" id="{BD794DF6-3DF2-4CF8-AE43-FC95AEC974A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6D7EFA1-36B4-434E-8A31-ABB10A14A71D}"/>
              </a:ext>
            </a:extLst>
          </p:cNvPr>
          <p:cNvSpPr>
            <a:spLocks noGrp="1"/>
          </p:cNvSpPr>
          <p:nvPr>
            <p:ph type="sldNum" sz="quarter" idx="12"/>
          </p:nvPr>
        </p:nvSpPr>
        <p:spPr/>
        <p:txBody>
          <a:bodyPr/>
          <a:lstStyle/>
          <a:p>
            <a:fld id="{B1502BCF-571E-433F-99D2-89AB9B2A73EF}" type="slidenum">
              <a:rPr lang="zh-CN" altLang="en-US" smtClean="0"/>
              <a:t>‹#›</a:t>
            </a:fld>
            <a:endParaRPr lang="zh-CN" altLang="en-US"/>
          </a:p>
        </p:txBody>
      </p:sp>
    </p:spTree>
    <p:extLst>
      <p:ext uri="{BB962C8B-B14F-4D97-AF65-F5344CB8AC3E}">
        <p14:creationId xmlns:p14="http://schemas.microsoft.com/office/powerpoint/2010/main" val="200458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632E19-3847-4C44-B1DA-2910E34204C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B32734C-9F74-4482-9FE3-D99087A39CB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A13A04F-945E-4830-9C62-28BA120EE0E6}"/>
              </a:ext>
            </a:extLst>
          </p:cNvPr>
          <p:cNvSpPr>
            <a:spLocks noGrp="1"/>
          </p:cNvSpPr>
          <p:nvPr>
            <p:ph type="dt" sz="half" idx="10"/>
          </p:nvPr>
        </p:nvSpPr>
        <p:spPr/>
        <p:txBody>
          <a:bodyPr/>
          <a:lstStyle/>
          <a:p>
            <a:fld id="{1C651236-3214-46F9-9D33-783F0260D354}" type="datetimeFigureOut">
              <a:rPr lang="zh-CN" altLang="en-US" smtClean="0"/>
              <a:t>2023/10/11</a:t>
            </a:fld>
            <a:endParaRPr lang="zh-CN" altLang="en-US"/>
          </a:p>
        </p:txBody>
      </p:sp>
      <p:sp>
        <p:nvSpPr>
          <p:cNvPr id="5" name="页脚占位符 4">
            <a:extLst>
              <a:ext uri="{FF2B5EF4-FFF2-40B4-BE49-F238E27FC236}">
                <a16:creationId xmlns:a16="http://schemas.microsoft.com/office/drawing/2014/main" id="{F1A9E7DE-F89B-4838-BC08-257F376ECA7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292E4D5-B7AD-442F-8128-9CC4287634BB}"/>
              </a:ext>
            </a:extLst>
          </p:cNvPr>
          <p:cNvSpPr>
            <a:spLocks noGrp="1"/>
          </p:cNvSpPr>
          <p:nvPr>
            <p:ph type="sldNum" sz="quarter" idx="12"/>
          </p:nvPr>
        </p:nvSpPr>
        <p:spPr/>
        <p:txBody>
          <a:bodyPr/>
          <a:lstStyle/>
          <a:p>
            <a:fld id="{B1502BCF-571E-433F-99D2-89AB9B2A73EF}" type="slidenum">
              <a:rPr lang="zh-CN" altLang="en-US" smtClean="0"/>
              <a:t>‹#›</a:t>
            </a:fld>
            <a:endParaRPr lang="zh-CN" altLang="en-US"/>
          </a:p>
        </p:txBody>
      </p:sp>
    </p:spTree>
    <p:extLst>
      <p:ext uri="{BB962C8B-B14F-4D97-AF65-F5344CB8AC3E}">
        <p14:creationId xmlns:p14="http://schemas.microsoft.com/office/powerpoint/2010/main" val="6684541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6ED0D96-5E2B-4EB2-8A6C-2479B857F35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8B57930-1D54-4888-88E6-C924B713F26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D3DE625-53C1-4C44-99B7-F8BC7995CEFD}"/>
              </a:ext>
            </a:extLst>
          </p:cNvPr>
          <p:cNvSpPr>
            <a:spLocks noGrp="1"/>
          </p:cNvSpPr>
          <p:nvPr>
            <p:ph type="dt" sz="half" idx="10"/>
          </p:nvPr>
        </p:nvSpPr>
        <p:spPr/>
        <p:txBody>
          <a:bodyPr/>
          <a:lstStyle/>
          <a:p>
            <a:fld id="{1C651236-3214-46F9-9D33-783F0260D354}" type="datetimeFigureOut">
              <a:rPr lang="zh-CN" altLang="en-US" smtClean="0"/>
              <a:t>2023/10/11</a:t>
            </a:fld>
            <a:endParaRPr lang="zh-CN" altLang="en-US"/>
          </a:p>
        </p:txBody>
      </p:sp>
      <p:sp>
        <p:nvSpPr>
          <p:cNvPr id="5" name="页脚占位符 4">
            <a:extLst>
              <a:ext uri="{FF2B5EF4-FFF2-40B4-BE49-F238E27FC236}">
                <a16:creationId xmlns:a16="http://schemas.microsoft.com/office/drawing/2014/main" id="{5039BB9D-282E-4656-8944-11C94A31C48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2944F6A-C9CD-40F0-A8EB-6B850DD40EC9}"/>
              </a:ext>
            </a:extLst>
          </p:cNvPr>
          <p:cNvSpPr>
            <a:spLocks noGrp="1"/>
          </p:cNvSpPr>
          <p:nvPr>
            <p:ph type="sldNum" sz="quarter" idx="12"/>
          </p:nvPr>
        </p:nvSpPr>
        <p:spPr/>
        <p:txBody>
          <a:bodyPr/>
          <a:lstStyle/>
          <a:p>
            <a:fld id="{B1502BCF-571E-433F-99D2-89AB9B2A73EF}" type="slidenum">
              <a:rPr lang="zh-CN" altLang="en-US" smtClean="0"/>
              <a:t>‹#›</a:t>
            </a:fld>
            <a:endParaRPr lang="zh-CN" altLang="en-US"/>
          </a:p>
        </p:txBody>
      </p:sp>
    </p:spTree>
    <p:extLst>
      <p:ext uri="{BB962C8B-B14F-4D97-AF65-F5344CB8AC3E}">
        <p14:creationId xmlns:p14="http://schemas.microsoft.com/office/powerpoint/2010/main" val="3115103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D5AB4621-DEFA-4937-ACA0-7FAC4B5DD5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71682A5F-0B1F-414C-9919-0F61FB118B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09B379C-873F-4DD2-BBA0-D4769F05D1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651236-3214-46F9-9D33-783F0260D354}" type="datetimeFigureOut">
              <a:rPr lang="zh-CN" altLang="en-US" smtClean="0"/>
              <a:t>2023/10/11</a:t>
            </a:fld>
            <a:endParaRPr lang="zh-CN" altLang="en-US"/>
          </a:p>
        </p:txBody>
      </p:sp>
      <p:sp>
        <p:nvSpPr>
          <p:cNvPr id="5" name="页脚占位符 4">
            <a:extLst>
              <a:ext uri="{FF2B5EF4-FFF2-40B4-BE49-F238E27FC236}">
                <a16:creationId xmlns:a16="http://schemas.microsoft.com/office/drawing/2014/main" id="{298AEE85-23CE-43D2-8B14-00BC970FD1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9FE53C87-6A81-4F2E-86B2-C7DFE4EACC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502BCF-571E-433F-99D2-89AB9B2A73EF}" type="slidenum">
              <a:rPr lang="zh-CN" altLang="en-US" smtClean="0"/>
              <a:t>‹#›</a:t>
            </a:fld>
            <a:endParaRPr lang="zh-CN" altLang="en-US"/>
          </a:p>
        </p:txBody>
      </p:sp>
    </p:spTree>
    <p:extLst>
      <p:ext uri="{BB962C8B-B14F-4D97-AF65-F5344CB8AC3E}">
        <p14:creationId xmlns:p14="http://schemas.microsoft.com/office/powerpoint/2010/main" val="24060789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 id="2147483662" r:id="rId4"/>
    <p:sldLayoutId id="2147483660" r:id="rId5"/>
    <p:sldLayoutId id="2147483664" r:id="rId6"/>
    <p:sldLayoutId id="2147483665" r:id="rId7"/>
    <p:sldLayoutId id="2147483651" r:id="rId8"/>
    <p:sldLayoutId id="2147483652" r:id="rId9"/>
    <p:sldLayoutId id="2147483653" r:id="rId10"/>
    <p:sldLayoutId id="2147483654" r:id="rId11"/>
    <p:sldLayoutId id="2147483655" r:id="rId12"/>
    <p:sldLayoutId id="2147483666" r:id="rId13"/>
    <p:sldLayoutId id="2147483670" r:id="rId14"/>
    <p:sldLayoutId id="2147483668" r:id="rId15"/>
    <p:sldLayoutId id="2147483669" r:id="rId16"/>
    <p:sldLayoutId id="2147483667" r:id="rId17"/>
    <p:sldLayoutId id="2147483673" r:id="rId18"/>
    <p:sldLayoutId id="2147483671" r:id="rId19"/>
    <p:sldLayoutId id="2147483672" r:id="rId20"/>
    <p:sldLayoutId id="2147483674" r:id="rId21"/>
    <p:sldLayoutId id="2147483676" r:id="rId22"/>
    <p:sldLayoutId id="2147483677" r:id="rId23"/>
    <p:sldLayoutId id="2147483675" r:id="rId24"/>
    <p:sldLayoutId id="2147483656" r:id="rId25"/>
    <p:sldLayoutId id="2147483657" r:id="rId26"/>
    <p:sldLayoutId id="2147483658" r:id="rId27"/>
    <p:sldLayoutId id="2147483659" r:id="rId28"/>
  </p:sldLayoutIdLst>
  <p:txStyles>
    <p:titleStyle>
      <a:lvl1pPr algn="l" defTabSz="914400" rtl="0" eaLnBrk="1" latinLnBrk="0" hangingPunct="1">
        <a:lnSpc>
          <a:spcPct val="90000"/>
        </a:lnSpc>
        <a:spcBef>
          <a:spcPct val="0"/>
        </a:spcBef>
        <a:buNone/>
        <a:defRPr sz="4400" kern="1200">
          <a:solidFill>
            <a:schemeClr val="tx1"/>
          </a:solidFill>
          <a:latin typeface="微软雅黑 Light" panose="020B0502040204020203" pitchFamily="34" charset="-122"/>
          <a:ea typeface="微软雅黑 Light" panose="020B0502040204020203"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传输媒质</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Media </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5</a:t>
            </a:r>
            <a:endParaRPr lang="zh-CN" altLang="en-US" dirty="0"/>
          </a:p>
        </p:txBody>
      </p:sp>
      <p:graphicFrame>
        <p:nvGraphicFramePr>
          <p:cNvPr id="10" name="表格 10">
            <a:extLst>
              <a:ext uri="{FF2B5EF4-FFF2-40B4-BE49-F238E27FC236}">
                <a16:creationId xmlns:a16="http://schemas.microsoft.com/office/drawing/2014/main" id="{550C1076-6D82-426B-908A-EDAA60E0AB36}"/>
              </a:ext>
            </a:extLst>
          </p:cNvPr>
          <p:cNvGraphicFramePr>
            <a:graphicFrameLocks noGrp="1"/>
          </p:cNvGraphicFramePr>
          <p:nvPr/>
        </p:nvGraphicFramePr>
        <p:xfrm>
          <a:off x="521109" y="2256936"/>
          <a:ext cx="4041365" cy="2225040"/>
        </p:xfrm>
        <a:graphic>
          <a:graphicData uri="http://schemas.openxmlformats.org/drawingml/2006/table">
            <a:tbl>
              <a:tblPr bandRow="1">
                <a:tableStyleId>{21E4AEA4-8DFA-4A89-87EB-49C32662AFE0}</a:tableStyleId>
              </a:tblPr>
              <a:tblGrid>
                <a:gridCol w="4041365">
                  <a:extLst>
                    <a:ext uri="{9D8B030D-6E8A-4147-A177-3AD203B41FA5}">
                      <a16:colId xmlns:a16="http://schemas.microsoft.com/office/drawing/2014/main" val="1920565307"/>
                    </a:ext>
                  </a:extLst>
                </a:gridCol>
              </a:tblGrid>
              <a:tr h="370840">
                <a:tc>
                  <a:txBody>
                    <a:bodyPr/>
                    <a:lstStyle/>
                    <a:p>
                      <a:pPr algn="ctr"/>
                      <a:r>
                        <a:rPr lang="zh-CN" altLang="en-US" baseline="0" dirty="0">
                          <a:latin typeface="Cuprum" panose="00000500000000000000" pitchFamily="2" charset="0"/>
                          <a:ea typeface="微软雅黑 Light" panose="020B0502040204020203" pitchFamily="34" charset="-122"/>
                        </a:rPr>
                        <a:t>导引型</a:t>
                      </a: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tcPr>
                </a:tc>
                <a:extLst>
                  <a:ext uri="{0D108BD9-81ED-4DB2-BD59-A6C34878D82A}">
                    <a16:rowId xmlns:a16="http://schemas.microsoft.com/office/drawing/2014/main" val="1952348475"/>
                  </a:ext>
                </a:extLst>
              </a:tr>
              <a:tr h="370840">
                <a:tc>
                  <a:txBody>
                    <a:bodyPr/>
                    <a:lstStyle/>
                    <a:p>
                      <a:pPr algn="ctr"/>
                      <a:r>
                        <a:rPr lang="zh-CN" altLang="en-US" baseline="0" dirty="0">
                          <a:latin typeface="Cuprum" panose="00000500000000000000" pitchFamily="2" charset="0"/>
                          <a:ea typeface="微软雅黑 Light" panose="020B0502040204020203" pitchFamily="34" charset="-122"/>
                        </a:rPr>
                        <a:t>有线</a:t>
                      </a: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tcPr>
                </a:tc>
                <a:extLst>
                  <a:ext uri="{0D108BD9-81ED-4DB2-BD59-A6C34878D82A}">
                    <a16:rowId xmlns:a16="http://schemas.microsoft.com/office/drawing/2014/main" val="320563399"/>
                  </a:ext>
                </a:extLst>
              </a:tr>
              <a:tr h="370840">
                <a:tc>
                  <a:txBody>
                    <a:bodyPr/>
                    <a:lstStyle/>
                    <a:p>
                      <a:pPr algn="ctr"/>
                      <a:r>
                        <a:rPr lang="en-US" altLang="zh-CN" baseline="0" dirty="0">
                          <a:latin typeface="Cuprum" panose="00000500000000000000" pitchFamily="2" charset="0"/>
                          <a:ea typeface="微软雅黑 Light" panose="020B0502040204020203" pitchFamily="34" charset="-122"/>
                        </a:rPr>
                        <a:t>Wire</a:t>
                      </a:r>
                      <a:endParaRPr lang="zh-CN" altLang="en-US" baseline="0" dirty="0">
                        <a:latin typeface="Cuprum" panose="00000500000000000000" pitchFamily="2" charset="0"/>
                        <a:ea typeface="微软雅黑 Light" panose="020B0502040204020203" pitchFamily="34" charset="-122"/>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tcPr>
                </a:tc>
                <a:extLst>
                  <a:ext uri="{0D108BD9-81ED-4DB2-BD59-A6C34878D82A}">
                    <a16:rowId xmlns:a16="http://schemas.microsoft.com/office/drawing/2014/main" val="817705443"/>
                  </a:ext>
                </a:extLst>
              </a:tr>
              <a:tr h="370840">
                <a:tc>
                  <a:txBody>
                    <a:bodyPr/>
                    <a:lstStyle/>
                    <a:p>
                      <a:pPr algn="ctr"/>
                      <a:r>
                        <a:rPr lang="zh-CN" altLang="en-US" baseline="0" dirty="0">
                          <a:latin typeface="Cuprum" panose="00000500000000000000" pitchFamily="2" charset="0"/>
                          <a:ea typeface="微软雅黑 Light" panose="020B0502040204020203" pitchFamily="34" charset="-122"/>
                        </a:rPr>
                        <a:t>双绞线 </a:t>
                      </a:r>
                      <a:r>
                        <a:rPr lang="en-US" altLang="zh-CN" baseline="0" dirty="0">
                          <a:latin typeface="Cuprum" panose="00000500000000000000" pitchFamily="2" charset="0"/>
                          <a:ea typeface="微软雅黑 Light" panose="020B0502040204020203" pitchFamily="34" charset="-122"/>
                        </a:rPr>
                        <a:t>– twisted pair</a:t>
                      </a:r>
                      <a:endParaRPr lang="zh-CN" altLang="en-US" baseline="0" dirty="0">
                        <a:latin typeface="Cuprum" panose="00000500000000000000" pitchFamily="2" charset="0"/>
                        <a:ea typeface="微软雅黑 Light" panose="020B0502040204020203" pitchFamily="34" charset="-122"/>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246660652"/>
                  </a:ext>
                </a:extLst>
              </a:tr>
              <a:tr h="370840">
                <a:tc>
                  <a:txBody>
                    <a:bodyPr/>
                    <a:lstStyle/>
                    <a:p>
                      <a:pPr algn="ctr"/>
                      <a:r>
                        <a:rPr lang="zh-CN" altLang="en-US" baseline="0" dirty="0">
                          <a:latin typeface="Cuprum" panose="00000500000000000000" pitchFamily="2" charset="0"/>
                          <a:ea typeface="微软雅黑 Light" panose="020B0502040204020203" pitchFamily="34" charset="-122"/>
                        </a:rPr>
                        <a:t>同轴电缆 </a:t>
                      </a:r>
                      <a:r>
                        <a:rPr lang="en-US" altLang="zh-CN" baseline="0" dirty="0">
                          <a:latin typeface="Cuprum" panose="00000500000000000000" pitchFamily="2" charset="0"/>
                          <a:ea typeface="微软雅黑 Light" panose="020B0502040204020203" pitchFamily="34" charset="-122"/>
                        </a:rPr>
                        <a:t>– coaxial cable</a:t>
                      </a:r>
                      <a:endParaRPr lang="zh-CN" altLang="en-US" baseline="0" dirty="0">
                        <a:latin typeface="Cuprum" panose="00000500000000000000" pitchFamily="2" charset="0"/>
                        <a:ea typeface="微软雅黑 Light" panose="020B0502040204020203" pitchFamily="34" charset="-122"/>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1549201671"/>
                  </a:ext>
                </a:extLst>
              </a:tr>
              <a:tr h="370840">
                <a:tc>
                  <a:txBody>
                    <a:bodyPr/>
                    <a:lstStyle/>
                    <a:p>
                      <a:pPr algn="ctr"/>
                      <a:r>
                        <a:rPr lang="zh-CN" altLang="en-US" baseline="0" dirty="0">
                          <a:latin typeface="Cuprum" panose="00000500000000000000" pitchFamily="2" charset="0"/>
                          <a:ea typeface="微软雅黑 Light" panose="020B0502040204020203" pitchFamily="34" charset="-122"/>
                        </a:rPr>
                        <a:t>光缆 </a:t>
                      </a:r>
                      <a:r>
                        <a:rPr lang="en-US" altLang="zh-CN" baseline="0" dirty="0">
                          <a:latin typeface="Cuprum" panose="00000500000000000000" pitchFamily="2" charset="0"/>
                          <a:ea typeface="微软雅黑 Light" panose="020B0502040204020203" pitchFamily="34" charset="-122"/>
                        </a:rPr>
                        <a:t>– optical fiber</a:t>
                      </a:r>
                      <a:endParaRPr lang="zh-CN" altLang="en-US" baseline="0" dirty="0">
                        <a:latin typeface="Cuprum" panose="00000500000000000000" pitchFamily="2" charset="0"/>
                        <a:ea typeface="微软雅黑 Light" panose="020B0502040204020203" pitchFamily="34" charset="-122"/>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2873989544"/>
                  </a:ext>
                </a:extLst>
              </a:tr>
            </a:tbl>
          </a:graphicData>
        </a:graphic>
      </p:graphicFrame>
      <p:graphicFrame>
        <p:nvGraphicFramePr>
          <p:cNvPr id="20" name="表格 10">
            <a:extLst>
              <a:ext uri="{FF2B5EF4-FFF2-40B4-BE49-F238E27FC236}">
                <a16:creationId xmlns:a16="http://schemas.microsoft.com/office/drawing/2014/main" id="{47E8DA9A-EC30-4F2E-9747-C3E7163AF82D}"/>
              </a:ext>
            </a:extLst>
          </p:cNvPr>
          <p:cNvGraphicFramePr>
            <a:graphicFrameLocks noGrp="1"/>
          </p:cNvGraphicFramePr>
          <p:nvPr/>
        </p:nvGraphicFramePr>
        <p:xfrm>
          <a:off x="7629527" y="2256935"/>
          <a:ext cx="4041365" cy="2225040"/>
        </p:xfrm>
        <a:graphic>
          <a:graphicData uri="http://schemas.openxmlformats.org/drawingml/2006/table">
            <a:tbl>
              <a:tblPr bandRow="1">
                <a:tableStyleId>{21E4AEA4-8DFA-4A89-87EB-49C32662AFE0}</a:tableStyleId>
              </a:tblPr>
              <a:tblGrid>
                <a:gridCol w="4041365">
                  <a:extLst>
                    <a:ext uri="{9D8B030D-6E8A-4147-A177-3AD203B41FA5}">
                      <a16:colId xmlns:a16="http://schemas.microsoft.com/office/drawing/2014/main" val="1920565307"/>
                    </a:ext>
                  </a:extLst>
                </a:gridCol>
              </a:tblGrid>
              <a:tr h="370840">
                <a:tc>
                  <a:txBody>
                    <a:bodyPr/>
                    <a:lstStyle/>
                    <a:p>
                      <a:pPr algn="ctr"/>
                      <a:r>
                        <a:rPr lang="zh-CN" altLang="en-US" baseline="0" dirty="0">
                          <a:latin typeface="Cuprum" panose="00000500000000000000" pitchFamily="2" charset="0"/>
                          <a:ea typeface="微软雅黑 Light" panose="020B0502040204020203" pitchFamily="34" charset="-122"/>
                        </a:rPr>
                        <a:t>非导引型</a:t>
                      </a: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tcPr>
                </a:tc>
                <a:extLst>
                  <a:ext uri="{0D108BD9-81ED-4DB2-BD59-A6C34878D82A}">
                    <a16:rowId xmlns:a16="http://schemas.microsoft.com/office/drawing/2014/main" val="1952348475"/>
                  </a:ext>
                </a:extLst>
              </a:tr>
              <a:tr h="370840">
                <a:tc>
                  <a:txBody>
                    <a:bodyPr/>
                    <a:lstStyle/>
                    <a:p>
                      <a:pPr algn="ctr"/>
                      <a:r>
                        <a:rPr lang="zh-CN" altLang="en-US" baseline="0" dirty="0">
                          <a:latin typeface="Cuprum" panose="00000500000000000000" pitchFamily="2" charset="0"/>
                          <a:ea typeface="微软雅黑 Light" panose="020B0502040204020203" pitchFamily="34" charset="-122"/>
                        </a:rPr>
                        <a:t>无线</a:t>
                      </a: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tcPr>
                </a:tc>
                <a:extLst>
                  <a:ext uri="{0D108BD9-81ED-4DB2-BD59-A6C34878D82A}">
                    <a16:rowId xmlns:a16="http://schemas.microsoft.com/office/drawing/2014/main" val="320563399"/>
                  </a:ext>
                </a:extLst>
              </a:tr>
              <a:tr h="370840">
                <a:tc>
                  <a:txBody>
                    <a:bodyPr/>
                    <a:lstStyle/>
                    <a:p>
                      <a:pPr algn="ctr"/>
                      <a:r>
                        <a:rPr lang="en-US" altLang="zh-CN" baseline="0" dirty="0">
                          <a:latin typeface="Cuprum" panose="00000500000000000000" pitchFamily="2" charset="0"/>
                          <a:ea typeface="微软雅黑 Light" panose="020B0502040204020203" pitchFamily="34" charset="-122"/>
                        </a:rPr>
                        <a:t>Wireless</a:t>
                      </a:r>
                      <a:endParaRPr lang="zh-CN" altLang="en-US" baseline="0" dirty="0">
                        <a:latin typeface="Cuprum" panose="00000500000000000000" pitchFamily="2" charset="0"/>
                        <a:ea typeface="微软雅黑 Light" panose="020B0502040204020203" pitchFamily="34" charset="-122"/>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tcPr>
                </a:tc>
                <a:extLst>
                  <a:ext uri="{0D108BD9-81ED-4DB2-BD59-A6C34878D82A}">
                    <a16:rowId xmlns:a16="http://schemas.microsoft.com/office/drawing/2014/main" val="817705443"/>
                  </a:ext>
                </a:extLst>
              </a:tr>
              <a:tr h="370840">
                <a:tc>
                  <a:txBody>
                    <a:bodyPr/>
                    <a:lstStyle/>
                    <a:p>
                      <a:pPr algn="ctr"/>
                      <a:r>
                        <a:rPr lang="zh-CN" altLang="en-US" baseline="0" dirty="0">
                          <a:latin typeface="Cuprum" panose="00000500000000000000" pitchFamily="2" charset="0"/>
                          <a:ea typeface="微软雅黑 Light" panose="020B0502040204020203" pitchFamily="34" charset="-122"/>
                        </a:rPr>
                        <a:t>无线电波 </a:t>
                      </a:r>
                      <a:r>
                        <a:rPr lang="en-US" altLang="zh-CN" baseline="0" dirty="0">
                          <a:latin typeface="Cuprum" panose="00000500000000000000" pitchFamily="2" charset="0"/>
                          <a:ea typeface="微软雅黑 Light" panose="020B0502040204020203" pitchFamily="34" charset="-122"/>
                        </a:rPr>
                        <a:t>- radio</a:t>
                      </a:r>
                      <a:endParaRPr lang="zh-CN" altLang="en-US" baseline="0" dirty="0">
                        <a:latin typeface="Cuprum" panose="00000500000000000000" pitchFamily="2" charset="0"/>
                        <a:ea typeface="微软雅黑 Light" panose="020B0502040204020203" pitchFamily="34" charset="-122"/>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3599733549"/>
                  </a:ext>
                </a:extLst>
              </a:tr>
              <a:tr h="370840">
                <a:tc>
                  <a:txBody>
                    <a:bodyPr/>
                    <a:lstStyle/>
                    <a:p>
                      <a:pPr algn="ctr"/>
                      <a:endParaRPr lang="zh-CN" altLang="en-US" baseline="0" dirty="0">
                        <a:latin typeface="Cuprum" panose="00000500000000000000" pitchFamily="2" charset="0"/>
                        <a:ea typeface="微软雅黑 Light" panose="020B0502040204020203" pitchFamily="34" charset="-122"/>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1861940603"/>
                  </a:ext>
                </a:extLst>
              </a:tr>
              <a:tr h="370840">
                <a:tc>
                  <a:txBody>
                    <a:bodyPr/>
                    <a:lstStyle/>
                    <a:p>
                      <a:pPr algn="ctr"/>
                      <a:endParaRPr lang="zh-CN" altLang="en-US" baseline="0" dirty="0">
                        <a:latin typeface="Cuprum" panose="00000500000000000000" pitchFamily="2" charset="0"/>
                        <a:ea typeface="微软雅黑 Light" panose="020B0502040204020203" pitchFamily="34" charset="-122"/>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2415637974"/>
                  </a:ext>
                </a:extLst>
              </a:tr>
            </a:tbl>
          </a:graphicData>
        </a:graphic>
      </p:graphicFrame>
    </p:spTree>
    <p:extLst>
      <p:ext uri="{BB962C8B-B14F-4D97-AF65-F5344CB8AC3E}">
        <p14:creationId xmlns:p14="http://schemas.microsoft.com/office/powerpoint/2010/main" val="40808730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传输媒质</a:t>
            </a:r>
            <a:r>
              <a:rPr lang="en-US" altLang="zh-CN" dirty="0"/>
              <a:t>-</a:t>
            </a:r>
            <a:r>
              <a:rPr lang="zh-CN" altLang="en-US" dirty="0"/>
              <a:t>双绞线</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Media – twisted pair</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5.1</a:t>
            </a:r>
            <a:endParaRPr lang="zh-CN" altLang="en-US" dirty="0"/>
          </a:p>
        </p:txBody>
      </p:sp>
      <p:sp>
        <p:nvSpPr>
          <p:cNvPr id="5" name="文本框 4">
            <a:extLst>
              <a:ext uri="{FF2B5EF4-FFF2-40B4-BE49-F238E27FC236}">
                <a16:creationId xmlns:a16="http://schemas.microsoft.com/office/drawing/2014/main" id="{10FAF2FD-2A04-4A7F-BF00-A75AFB8AE10F}"/>
              </a:ext>
            </a:extLst>
          </p:cNvPr>
          <p:cNvSpPr txBox="1"/>
          <p:nvPr/>
        </p:nvSpPr>
        <p:spPr>
          <a:xfrm>
            <a:off x="344962" y="1929398"/>
            <a:ext cx="6088307" cy="1631216"/>
          </a:xfrm>
          <a:prstGeom prst="rect">
            <a:avLst/>
          </a:prstGeom>
          <a:noFill/>
        </p:spPr>
        <p:txBody>
          <a:bodyPr wrap="square" rtlCol="0">
            <a:spAutoFit/>
          </a:bodyPr>
          <a:lstStyle/>
          <a:p>
            <a:pPr algn="l"/>
            <a:r>
              <a:rPr lang="zh-CN" altLang="en-US" sz="2000" dirty="0">
                <a:latin typeface="微软雅黑 Light" panose="020B0502040204020203" pitchFamily="34" charset="-122"/>
                <a:ea typeface="微软雅黑 Light" panose="020B0502040204020203" pitchFamily="34" charset="-122"/>
              </a:rPr>
              <a:t>两根具有绝缘保护层的铜导线按一定密度互相绞在一起；</a:t>
            </a:r>
            <a:endParaRPr lang="en-US" altLang="zh-CN" sz="2000" dirty="0">
              <a:latin typeface="微软雅黑 Light" panose="020B0502040204020203" pitchFamily="34" charset="-122"/>
              <a:ea typeface="微软雅黑 Light" panose="020B0502040204020203" pitchFamily="34" charset="-122"/>
            </a:endParaRPr>
          </a:p>
          <a:p>
            <a:pPr algn="l"/>
            <a:endParaRPr lang="en-US" altLang="zh-CN" sz="2000" dirty="0">
              <a:latin typeface="微软雅黑 Light" panose="020B0502040204020203" pitchFamily="34" charset="-122"/>
              <a:ea typeface="微软雅黑 Light" panose="020B0502040204020203" pitchFamily="34" charset="-122"/>
            </a:endParaRPr>
          </a:p>
          <a:p>
            <a:pPr algn="l"/>
            <a:r>
              <a:rPr lang="zh-CN" altLang="en-US" sz="2000" dirty="0">
                <a:latin typeface="微软雅黑 Light" panose="020B0502040204020203" pitchFamily="34" charset="-122"/>
                <a:ea typeface="微软雅黑 Light" panose="020B0502040204020203" pitchFamily="34" charset="-122"/>
              </a:rPr>
              <a:t>每一根导线在传输中辐射出来的电波会被另一根线上发出的电波抵消，有效降低信号干扰的程度。</a:t>
            </a:r>
            <a:endParaRPr lang="zh-CN" altLang="en-US" sz="2000" dirty="0">
              <a:solidFill>
                <a:schemeClr val="tx1"/>
              </a:solidFill>
              <a:latin typeface="微软雅黑 Light" panose="020B0502040204020203" pitchFamily="34" charset="-122"/>
              <a:ea typeface="微软雅黑 Light" panose="020B0502040204020203" pitchFamily="34" charset="-122"/>
            </a:endParaRPr>
          </a:p>
        </p:txBody>
      </p:sp>
      <p:pic>
        <p:nvPicPr>
          <p:cNvPr id="5122" name="Picture 2">
            <a:extLst>
              <a:ext uri="{FF2B5EF4-FFF2-40B4-BE49-F238E27FC236}">
                <a16:creationId xmlns:a16="http://schemas.microsoft.com/office/drawing/2014/main" id="{EB1459DA-7E67-476A-BED7-5B9D4FF089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45084" y="1681175"/>
            <a:ext cx="5146916" cy="46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24007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E1AF7CBA-0F04-4BCC-95A8-BF1A8E8F8C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66" y="1936042"/>
            <a:ext cx="9007196" cy="4644000"/>
          </a:xfrm>
          <a:prstGeom prst="rect">
            <a:avLst/>
          </a:prstGeom>
        </p:spPr>
      </p:pic>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传输媒质</a:t>
            </a:r>
            <a:r>
              <a:rPr lang="en-US" altLang="zh-CN" dirty="0"/>
              <a:t>-</a:t>
            </a:r>
            <a:r>
              <a:rPr lang="zh-CN" altLang="en-US" dirty="0"/>
              <a:t>双绞线</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Media – twisted pair</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5.1</a:t>
            </a:r>
            <a:endParaRPr lang="zh-CN" altLang="en-US" dirty="0"/>
          </a:p>
        </p:txBody>
      </p:sp>
      <p:sp>
        <p:nvSpPr>
          <p:cNvPr id="13" name="文本框 12">
            <a:extLst>
              <a:ext uri="{FF2B5EF4-FFF2-40B4-BE49-F238E27FC236}">
                <a16:creationId xmlns:a16="http://schemas.microsoft.com/office/drawing/2014/main" id="{D04A2F8C-5520-40FC-902C-751B9171B92B}"/>
              </a:ext>
            </a:extLst>
          </p:cNvPr>
          <p:cNvSpPr txBox="1"/>
          <p:nvPr/>
        </p:nvSpPr>
        <p:spPr>
          <a:xfrm>
            <a:off x="8949042" y="4543854"/>
            <a:ext cx="2888996" cy="707886"/>
          </a:xfrm>
          <a:prstGeom prst="rect">
            <a:avLst/>
          </a:prstGeom>
          <a:noFill/>
        </p:spPr>
        <p:txBody>
          <a:bodyPr wrap="none" rtlCol="0">
            <a:spAutoFit/>
          </a:bodyPr>
          <a:lstStyle>
            <a:defPPr>
              <a:defRPr lang="zh-CN"/>
            </a:defPPr>
            <a:lvl1pPr algn="r">
              <a:buClr>
                <a:schemeClr val="accent2"/>
              </a:buClr>
              <a:defRPr sz="2000">
                <a:latin typeface="Cuprum" panose="00000500000000000000" pitchFamily="2" charset="0"/>
                <a:ea typeface="微软雅黑 Light" panose="020B0502040204020203" pitchFamily="34" charset="-122"/>
              </a:defRPr>
            </a:lvl1pPr>
          </a:lstStyle>
          <a:p>
            <a:r>
              <a:rPr lang="zh-CN" altLang="en-US" dirty="0"/>
              <a:t>非屏蔽双绞线</a:t>
            </a:r>
            <a:r>
              <a:rPr lang="en-US" altLang="zh-CN" dirty="0"/>
              <a:t>UTP</a:t>
            </a:r>
          </a:p>
          <a:p>
            <a:r>
              <a:rPr lang="en-US" altLang="zh-CN" dirty="0"/>
              <a:t>Unshielded Twisted Pair</a:t>
            </a:r>
          </a:p>
        </p:txBody>
      </p:sp>
      <p:sp>
        <p:nvSpPr>
          <p:cNvPr id="14" name="文本框 13">
            <a:extLst>
              <a:ext uri="{FF2B5EF4-FFF2-40B4-BE49-F238E27FC236}">
                <a16:creationId xmlns:a16="http://schemas.microsoft.com/office/drawing/2014/main" id="{01D2075F-1B79-4852-8D97-7D97FA1A2B47}"/>
              </a:ext>
            </a:extLst>
          </p:cNvPr>
          <p:cNvSpPr txBox="1"/>
          <p:nvPr/>
        </p:nvSpPr>
        <p:spPr>
          <a:xfrm>
            <a:off x="9569467" y="2921168"/>
            <a:ext cx="2268570" cy="707886"/>
          </a:xfrm>
          <a:prstGeom prst="rect">
            <a:avLst/>
          </a:prstGeom>
          <a:noFill/>
        </p:spPr>
        <p:txBody>
          <a:bodyPr wrap="none" rtlCol="0">
            <a:spAutoFit/>
          </a:bodyPr>
          <a:lstStyle/>
          <a:p>
            <a:pPr algn="r">
              <a:buClr>
                <a:schemeClr val="accent2"/>
              </a:buClr>
            </a:pPr>
            <a:r>
              <a:rPr lang="zh-CN" altLang="en-US" sz="2000" dirty="0">
                <a:solidFill>
                  <a:schemeClr val="tx1"/>
                </a:solidFill>
                <a:latin typeface="Cuprum" panose="00000500000000000000" pitchFamily="2" charset="0"/>
                <a:ea typeface="微软雅黑 Light" panose="020B0502040204020203" pitchFamily="34" charset="-122"/>
              </a:rPr>
              <a:t>屏蔽双绞线</a:t>
            </a:r>
            <a:r>
              <a:rPr lang="en-US" altLang="zh-CN" sz="2000" dirty="0">
                <a:solidFill>
                  <a:schemeClr val="tx1"/>
                </a:solidFill>
                <a:latin typeface="Cuprum" panose="00000500000000000000" pitchFamily="2" charset="0"/>
                <a:ea typeface="微软雅黑 Light" panose="020B0502040204020203" pitchFamily="34" charset="-122"/>
              </a:rPr>
              <a:t>STP</a:t>
            </a:r>
          </a:p>
          <a:p>
            <a:pPr algn="r">
              <a:buClr>
                <a:schemeClr val="accent2"/>
              </a:buClr>
            </a:pPr>
            <a:r>
              <a:rPr lang="en-US" altLang="zh-CN" sz="2000" dirty="0">
                <a:solidFill>
                  <a:schemeClr val="tx1"/>
                </a:solidFill>
                <a:latin typeface="Cuprum" panose="00000500000000000000" pitchFamily="2" charset="0"/>
                <a:ea typeface="微软雅黑 Light" panose="020B0502040204020203" pitchFamily="34" charset="-122"/>
              </a:rPr>
              <a:t>Shielded Twisted Pair</a:t>
            </a:r>
            <a:endParaRPr lang="zh-CN" altLang="en-US" sz="2000" dirty="0">
              <a:solidFill>
                <a:schemeClr val="tx1"/>
              </a:solidFill>
              <a:latin typeface="Cuprum" panose="00000500000000000000" pitchFamily="2" charset="0"/>
              <a:ea typeface="微软雅黑 Light" panose="020B0502040204020203" pitchFamily="34" charset="-122"/>
            </a:endParaRPr>
          </a:p>
        </p:txBody>
      </p:sp>
    </p:spTree>
    <p:extLst>
      <p:ext uri="{BB962C8B-B14F-4D97-AF65-F5344CB8AC3E}">
        <p14:creationId xmlns:p14="http://schemas.microsoft.com/office/powerpoint/2010/main" val="12820701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传输媒质</a:t>
            </a:r>
            <a:r>
              <a:rPr lang="en-US" altLang="zh-CN" dirty="0"/>
              <a:t>-</a:t>
            </a:r>
            <a:r>
              <a:rPr lang="zh-CN" altLang="en-US" dirty="0"/>
              <a:t>双绞线</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Media – twisted pair</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5.1</a:t>
            </a:r>
            <a:endParaRPr lang="zh-CN" altLang="en-US" dirty="0"/>
          </a:p>
        </p:txBody>
      </p:sp>
      <p:graphicFrame>
        <p:nvGraphicFramePr>
          <p:cNvPr id="5" name="表格 5">
            <a:extLst>
              <a:ext uri="{FF2B5EF4-FFF2-40B4-BE49-F238E27FC236}">
                <a16:creationId xmlns:a16="http://schemas.microsoft.com/office/drawing/2014/main" id="{8FB7D51B-E5EC-466D-84D0-A972A79E7657}"/>
              </a:ext>
            </a:extLst>
          </p:cNvPr>
          <p:cNvGraphicFramePr>
            <a:graphicFrameLocks noGrp="1"/>
          </p:cNvGraphicFramePr>
          <p:nvPr>
            <p:extLst>
              <p:ext uri="{D42A27DB-BD31-4B8C-83A1-F6EECF244321}">
                <p14:modId xmlns:p14="http://schemas.microsoft.com/office/powerpoint/2010/main" val="822221328"/>
              </p:ext>
            </p:extLst>
          </p:nvPr>
        </p:nvGraphicFramePr>
        <p:xfrm>
          <a:off x="2119313" y="2775278"/>
          <a:ext cx="7953375" cy="2592000"/>
        </p:xfrm>
        <a:graphic>
          <a:graphicData uri="http://schemas.openxmlformats.org/drawingml/2006/table">
            <a:tbl>
              <a:tblPr firstRow="1" bandRow="1">
                <a:tableStyleId>{7DF18680-E054-41AD-8BC1-D1AEF772440D}</a:tableStyleId>
              </a:tblPr>
              <a:tblGrid>
                <a:gridCol w="1440444">
                  <a:extLst>
                    <a:ext uri="{9D8B030D-6E8A-4147-A177-3AD203B41FA5}">
                      <a16:colId xmlns:a16="http://schemas.microsoft.com/office/drawing/2014/main" val="2071493636"/>
                    </a:ext>
                  </a:extLst>
                </a:gridCol>
                <a:gridCol w="1528816">
                  <a:extLst>
                    <a:ext uri="{9D8B030D-6E8A-4147-A177-3AD203B41FA5}">
                      <a16:colId xmlns:a16="http://schemas.microsoft.com/office/drawing/2014/main" val="2261184713"/>
                    </a:ext>
                  </a:extLst>
                </a:gridCol>
                <a:gridCol w="1714394">
                  <a:extLst>
                    <a:ext uri="{9D8B030D-6E8A-4147-A177-3AD203B41FA5}">
                      <a16:colId xmlns:a16="http://schemas.microsoft.com/office/drawing/2014/main" val="2420171229"/>
                    </a:ext>
                  </a:extLst>
                </a:gridCol>
                <a:gridCol w="1714394">
                  <a:extLst>
                    <a:ext uri="{9D8B030D-6E8A-4147-A177-3AD203B41FA5}">
                      <a16:colId xmlns:a16="http://schemas.microsoft.com/office/drawing/2014/main" val="793796824"/>
                    </a:ext>
                  </a:extLst>
                </a:gridCol>
                <a:gridCol w="1555327">
                  <a:extLst>
                    <a:ext uri="{9D8B030D-6E8A-4147-A177-3AD203B41FA5}">
                      <a16:colId xmlns:a16="http://schemas.microsoft.com/office/drawing/2014/main" val="1777790527"/>
                    </a:ext>
                  </a:extLst>
                </a:gridCol>
              </a:tblGrid>
              <a:tr h="432000">
                <a:tc>
                  <a:txBody>
                    <a:bodyPr/>
                    <a:lstStyle/>
                    <a:p>
                      <a:pPr algn="ctr"/>
                      <a:r>
                        <a:rPr lang="zh-CN" altLang="en-US" sz="1800" b="0" baseline="0" dirty="0">
                          <a:solidFill>
                            <a:schemeClr val="bg1"/>
                          </a:solidFill>
                          <a:latin typeface="Cuprum" panose="00000500000000000000" pitchFamily="2" charset="0"/>
                          <a:ea typeface="微软雅黑 Light" panose="020B0502040204020203" pitchFamily="34" charset="-122"/>
                        </a:rPr>
                        <a:t>分类</a:t>
                      </a:r>
                    </a:p>
                  </a:txBody>
                  <a:tcPr anchor="ctr">
                    <a:lnB w="12700" cap="flat" cmpd="sng" algn="ctr">
                      <a:solidFill>
                        <a:schemeClr val="accent2">
                          <a:lumMod val="75000"/>
                        </a:schemeClr>
                      </a:solidFill>
                      <a:prstDash val="solid"/>
                      <a:round/>
                      <a:headEnd type="none" w="med" len="med"/>
                      <a:tailEnd type="none" w="med" len="med"/>
                    </a:lnB>
                    <a:solidFill>
                      <a:schemeClr val="accent2"/>
                    </a:solidFill>
                  </a:tcPr>
                </a:tc>
                <a:tc>
                  <a:txBody>
                    <a:bodyPr/>
                    <a:lstStyle/>
                    <a:p>
                      <a:pPr algn="ctr"/>
                      <a:r>
                        <a:rPr lang="zh-CN" altLang="en-US" sz="1800" b="0" baseline="0" dirty="0">
                          <a:solidFill>
                            <a:schemeClr val="bg1"/>
                          </a:solidFill>
                          <a:latin typeface="Cuprum" panose="00000500000000000000" pitchFamily="2" charset="0"/>
                          <a:ea typeface="微软雅黑 Light" panose="020B0502040204020203" pitchFamily="34" charset="-122"/>
                        </a:rPr>
                        <a:t>标识</a:t>
                      </a:r>
                    </a:p>
                  </a:txBody>
                  <a:tcPr anchor="ctr">
                    <a:lnB w="12700" cap="flat" cmpd="sng" algn="ctr">
                      <a:solidFill>
                        <a:schemeClr val="accent2">
                          <a:lumMod val="75000"/>
                        </a:schemeClr>
                      </a:solidFill>
                      <a:prstDash val="solid"/>
                      <a:round/>
                      <a:headEnd type="none" w="med" len="med"/>
                      <a:tailEnd type="none" w="med" len="med"/>
                    </a:lnB>
                    <a:solidFill>
                      <a:schemeClr val="accent2"/>
                    </a:solidFill>
                  </a:tcPr>
                </a:tc>
                <a:tc>
                  <a:txBody>
                    <a:bodyPr/>
                    <a:lstStyle/>
                    <a:p>
                      <a:pPr algn="ctr"/>
                      <a:r>
                        <a:rPr lang="zh-CN" altLang="en-US" sz="1800" b="0" baseline="0" dirty="0">
                          <a:solidFill>
                            <a:schemeClr val="bg1"/>
                          </a:solidFill>
                          <a:latin typeface="Cuprum" panose="00000500000000000000" pitchFamily="2" charset="0"/>
                          <a:ea typeface="微软雅黑 Light" panose="020B0502040204020203" pitchFamily="34" charset="-122"/>
                        </a:rPr>
                        <a:t>速率</a:t>
                      </a:r>
                    </a:p>
                  </a:txBody>
                  <a:tcPr anchor="ctr">
                    <a:lnB w="12700" cap="flat" cmpd="sng" algn="ctr">
                      <a:solidFill>
                        <a:schemeClr val="accent2">
                          <a:lumMod val="75000"/>
                        </a:schemeClr>
                      </a:solidFill>
                      <a:prstDash val="solid"/>
                      <a:round/>
                      <a:headEnd type="none" w="med" len="med"/>
                      <a:tailEnd type="none" w="med" len="med"/>
                    </a:lnB>
                    <a:solidFill>
                      <a:schemeClr val="accent2"/>
                    </a:solidFill>
                  </a:tcPr>
                </a:tc>
                <a:tc>
                  <a:txBody>
                    <a:bodyPr/>
                    <a:lstStyle/>
                    <a:p>
                      <a:pPr algn="ctr"/>
                      <a:r>
                        <a:rPr lang="zh-CN" altLang="en-US" sz="1800" b="0" baseline="0" dirty="0">
                          <a:solidFill>
                            <a:schemeClr val="bg1"/>
                          </a:solidFill>
                          <a:latin typeface="Cuprum" panose="00000500000000000000" pitchFamily="2" charset="0"/>
                          <a:ea typeface="微软雅黑 Light" panose="020B0502040204020203" pitchFamily="34" charset="-122"/>
                        </a:rPr>
                        <a:t>应用</a:t>
                      </a:r>
                    </a:p>
                  </a:txBody>
                  <a:tcPr anchor="ctr">
                    <a:lnB w="12700" cap="flat" cmpd="sng" algn="ctr">
                      <a:solidFill>
                        <a:schemeClr val="accent2">
                          <a:lumMod val="75000"/>
                        </a:schemeClr>
                      </a:solidFill>
                      <a:prstDash val="solid"/>
                      <a:round/>
                      <a:headEnd type="none" w="med" len="med"/>
                      <a:tailEnd type="none" w="med" len="med"/>
                    </a:lnB>
                    <a:solidFill>
                      <a:schemeClr val="accent2"/>
                    </a:solidFill>
                  </a:tcPr>
                </a:tc>
                <a:tc>
                  <a:txBody>
                    <a:bodyPr/>
                    <a:lstStyle/>
                    <a:p>
                      <a:pPr algn="ctr"/>
                      <a:r>
                        <a:rPr lang="zh-CN" altLang="en-US" sz="1800" b="0" baseline="0" dirty="0">
                          <a:solidFill>
                            <a:schemeClr val="bg1"/>
                          </a:solidFill>
                          <a:latin typeface="Cuprum" panose="00000500000000000000" pitchFamily="2" charset="0"/>
                          <a:ea typeface="微软雅黑 Light" panose="020B0502040204020203" pitchFamily="34" charset="-122"/>
                        </a:rPr>
                        <a:t>带宽</a:t>
                      </a:r>
                    </a:p>
                  </a:txBody>
                  <a:tcPr anchor="ctr">
                    <a:lnB w="12700" cap="flat" cmpd="sng" algn="ctr">
                      <a:solidFill>
                        <a:schemeClr val="accent2">
                          <a:lumMod val="7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4048214601"/>
                  </a:ext>
                </a:extLst>
              </a:tr>
              <a:tr h="432000">
                <a:tc>
                  <a:txBody>
                    <a:bodyPr/>
                    <a:lstStyle/>
                    <a:p>
                      <a:r>
                        <a:rPr lang="en-US" altLang="zh-CN" sz="1800" b="0" baseline="0" dirty="0">
                          <a:solidFill>
                            <a:schemeClr val="tx1"/>
                          </a:solidFill>
                          <a:latin typeface="Cuprum" panose="00000500000000000000" pitchFamily="2" charset="0"/>
                          <a:ea typeface="微软雅黑 Light" panose="020B0502040204020203" pitchFamily="34" charset="-122"/>
                        </a:rPr>
                        <a:t>5</a:t>
                      </a:r>
                      <a:r>
                        <a:rPr lang="zh-CN" altLang="en-US" sz="1800" b="0" baseline="0" dirty="0">
                          <a:solidFill>
                            <a:schemeClr val="tx1"/>
                          </a:solidFill>
                          <a:latin typeface="Cuprum" panose="00000500000000000000" pitchFamily="2" charset="0"/>
                          <a:ea typeface="微软雅黑 Light" panose="020B0502040204020203" pitchFamily="34" charset="-122"/>
                        </a:rPr>
                        <a:t>类线</a:t>
                      </a: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r>
                        <a:rPr lang="en-US" altLang="zh-CN" sz="1800" b="0" baseline="0" dirty="0">
                          <a:solidFill>
                            <a:schemeClr val="tx1"/>
                          </a:solidFill>
                          <a:latin typeface="Cuprum" panose="00000500000000000000" pitchFamily="2" charset="0"/>
                          <a:ea typeface="微软雅黑 Light" panose="020B0502040204020203" pitchFamily="34" charset="-122"/>
                        </a:rPr>
                        <a:t>Cat 5</a:t>
                      </a:r>
                      <a:endParaRPr lang="zh-CN" altLang="en-US"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r>
                        <a:rPr lang="en-US" altLang="zh-CN" sz="1800" b="0" baseline="0" dirty="0">
                          <a:solidFill>
                            <a:schemeClr val="tx1"/>
                          </a:solidFill>
                          <a:latin typeface="Cuprum" panose="00000500000000000000" pitchFamily="2" charset="0"/>
                          <a:ea typeface="微软雅黑 Light" panose="020B0502040204020203" pitchFamily="34" charset="-122"/>
                        </a:rPr>
                        <a:t>&lt;100Mbps</a:t>
                      </a:r>
                      <a:endParaRPr lang="zh-CN" altLang="en-US"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r>
                        <a:rPr lang="zh-CN" altLang="en-US" sz="1800" b="0" baseline="0" dirty="0">
                          <a:solidFill>
                            <a:schemeClr val="tx1"/>
                          </a:solidFill>
                          <a:latin typeface="Cuprum" panose="00000500000000000000" pitchFamily="2" charset="0"/>
                          <a:ea typeface="微软雅黑 Light" panose="020B0502040204020203" pitchFamily="34" charset="-122"/>
                        </a:rPr>
                        <a:t>百兆以太网</a:t>
                      </a: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r>
                        <a:rPr lang="en-US" altLang="zh-CN" sz="1800" b="0" baseline="0" dirty="0">
                          <a:solidFill>
                            <a:schemeClr val="tx1"/>
                          </a:solidFill>
                          <a:latin typeface="Cuprum" panose="00000500000000000000" pitchFamily="2" charset="0"/>
                          <a:ea typeface="微软雅黑 Light" panose="020B0502040204020203" pitchFamily="34" charset="-122"/>
                        </a:rPr>
                        <a:t>100Mhz</a:t>
                      </a:r>
                      <a:endParaRPr lang="zh-CN" altLang="en-US"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1037117331"/>
                  </a:ext>
                </a:extLst>
              </a:tr>
              <a:tr h="432000">
                <a:tc>
                  <a:txBody>
                    <a:bodyPr/>
                    <a:lstStyle/>
                    <a:p>
                      <a:r>
                        <a:rPr lang="zh-CN" altLang="en-US" sz="1800" b="0" baseline="0" dirty="0">
                          <a:solidFill>
                            <a:schemeClr val="tx1"/>
                          </a:solidFill>
                          <a:latin typeface="Cuprum" panose="00000500000000000000" pitchFamily="2" charset="0"/>
                          <a:ea typeface="微软雅黑 Light" panose="020B0502040204020203" pitchFamily="34" charset="-122"/>
                        </a:rPr>
                        <a:t>超</a:t>
                      </a:r>
                      <a:r>
                        <a:rPr lang="en-US" altLang="zh-CN" sz="1800" b="0" baseline="0" dirty="0">
                          <a:solidFill>
                            <a:schemeClr val="tx1"/>
                          </a:solidFill>
                          <a:latin typeface="Cuprum" panose="00000500000000000000" pitchFamily="2" charset="0"/>
                          <a:ea typeface="微软雅黑 Light" panose="020B0502040204020203" pitchFamily="34" charset="-122"/>
                        </a:rPr>
                        <a:t>5</a:t>
                      </a:r>
                      <a:r>
                        <a:rPr lang="zh-CN" altLang="en-US" sz="1800" b="0" baseline="0" dirty="0">
                          <a:solidFill>
                            <a:schemeClr val="tx1"/>
                          </a:solidFill>
                          <a:latin typeface="Cuprum" panose="00000500000000000000" pitchFamily="2" charset="0"/>
                          <a:ea typeface="微软雅黑 Light" panose="020B0502040204020203" pitchFamily="34" charset="-122"/>
                        </a:rPr>
                        <a:t>类</a:t>
                      </a: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r>
                        <a:rPr lang="en-US" altLang="zh-CN" sz="1800" b="0" baseline="0" dirty="0">
                          <a:solidFill>
                            <a:schemeClr val="tx1"/>
                          </a:solidFill>
                          <a:latin typeface="Cuprum" panose="00000500000000000000" pitchFamily="2" charset="0"/>
                          <a:ea typeface="微软雅黑 Light" panose="020B0502040204020203" pitchFamily="34" charset="-122"/>
                        </a:rPr>
                        <a:t>Cat 5e</a:t>
                      </a:r>
                      <a:endParaRPr lang="zh-CN" altLang="en-US"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r>
                        <a:rPr lang="en-US" altLang="zh-CN" sz="1800" b="0" baseline="0" dirty="0">
                          <a:solidFill>
                            <a:schemeClr val="tx1"/>
                          </a:solidFill>
                          <a:latin typeface="Cuprum" panose="00000500000000000000" pitchFamily="2" charset="0"/>
                          <a:ea typeface="微软雅黑 Light" panose="020B0502040204020203" pitchFamily="34" charset="-122"/>
                        </a:rPr>
                        <a:t>&lt;1000Mbps</a:t>
                      </a:r>
                      <a:endParaRPr lang="zh-CN" altLang="en-US"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r>
                        <a:rPr lang="zh-CN" altLang="en-US" sz="1800" b="0" baseline="0" dirty="0">
                          <a:solidFill>
                            <a:schemeClr val="tx1"/>
                          </a:solidFill>
                          <a:latin typeface="Cuprum" panose="00000500000000000000" pitchFamily="2" charset="0"/>
                          <a:ea typeface="微软雅黑 Light" panose="020B0502040204020203" pitchFamily="34" charset="-122"/>
                        </a:rPr>
                        <a:t>千兆以太网</a:t>
                      </a: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r>
                        <a:rPr lang="en-US" altLang="zh-CN" sz="1800" b="0" baseline="0" dirty="0">
                          <a:solidFill>
                            <a:schemeClr val="tx1"/>
                          </a:solidFill>
                          <a:latin typeface="Cuprum" panose="00000500000000000000" pitchFamily="2" charset="0"/>
                          <a:ea typeface="微软雅黑 Light" panose="020B0502040204020203" pitchFamily="34" charset="-122"/>
                        </a:rPr>
                        <a:t>125Mhz</a:t>
                      </a:r>
                      <a:endParaRPr lang="zh-CN" altLang="en-US"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2909446057"/>
                  </a:ext>
                </a:extLst>
              </a:tr>
              <a:tr h="432000">
                <a:tc>
                  <a:txBody>
                    <a:bodyPr/>
                    <a:lstStyle/>
                    <a:p>
                      <a:r>
                        <a:rPr lang="en-US" altLang="zh-CN" sz="1800" b="0" baseline="0" dirty="0">
                          <a:solidFill>
                            <a:schemeClr val="tx1"/>
                          </a:solidFill>
                          <a:latin typeface="Cuprum" panose="00000500000000000000" pitchFamily="2" charset="0"/>
                          <a:ea typeface="微软雅黑 Light" panose="020B0502040204020203" pitchFamily="34" charset="-122"/>
                        </a:rPr>
                        <a:t>6</a:t>
                      </a:r>
                      <a:r>
                        <a:rPr lang="zh-CN" altLang="en-US" sz="1800" b="0" baseline="0" dirty="0">
                          <a:solidFill>
                            <a:schemeClr val="tx1"/>
                          </a:solidFill>
                          <a:latin typeface="Cuprum" panose="00000500000000000000" pitchFamily="2" charset="0"/>
                          <a:ea typeface="微软雅黑 Light" panose="020B0502040204020203" pitchFamily="34" charset="-122"/>
                        </a:rPr>
                        <a:t>类线</a:t>
                      </a: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r>
                        <a:rPr lang="en-US" altLang="zh-CN" sz="1800" b="0" baseline="0" dirty="0">
                          <a:solidFill>
                            <a:schemeClr val="tx1"/>
                          </a:solidFill>
                          <a:latin typeface="Cuprum" panose="00000500000000000000" pitchFamily="2" charset="0"/>
                          <a:ea typeface="微软雅黑 Light" panose="020B0502040204020203" pitchFamily="34" charset="-122"/>
                        </a:rPr>
                        <a:t>Cat 6</a:t>
                      </a:r>
                      <a:endParaRPr lang="zh-CN" altLang="en-US"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0" baseline="0" dirty="0">
                          <a:solidFill>
                            <a:schemeClr val="tx1"/>
                          </a:solidFill>
                          <a:latin typeface="Cuprum" panose="00000500000000000000" pitchFamily="2" charset="0"/>
                          <a:ea typeface="微软雅黑 Light" panose="020B0502040204020203" pitchFamily="34" charset="-122"/>
                        </a:rPr>
                        <a:t>&gt;1Gbps</a:t>
                      </a:r>
                      <a:endParaRPr lang="zh-CN" altLang="en-US"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0" baseline="0" dirty="0">
                          <a:solidFill>
                            <a:schemeClr val="tx1"/>
                          </a:solidFill>
                          <a:latin typeface="Cuprum" panose="00000500000000000000" pitchFamily="2" charset="0"/>
                          <a:ea typeface="微软雅黑 Light" panose="020B0502040204020203" pitchFamily="34" charset="-122"/>
                        </a:rPr>
                        <a:t>250MHz</a:t>
                      </a:r>
                      <a:endParaRPr lang="zh-CN" altLang="en-US"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2891712374"/>
                  </a:ext>
                </a:extLst>
              </a:tr>
              <a:tr h="432000">
                <a:tc>
                  <a:txBody>
                    <a:bodyPr/>
                    <a:lstStyle/>
                    <a:p>
                      <a:r>
                        <a:rPr lang="zh-CN" altLang="en-US" sz="1800" b="0" baseline="0" dirty="0">
                          <a:solidFill>
                            <a:schemeClr val="tx1"/>
                          </a:solidFill>
                          <a:latin typeface="Cuprum" panose="00000500000000000000" pitchFamily="2" charset="0"/>
                          <a:ea typeface="微软雅黑 Light" panose="020B0502040204020203" pitchFamily="34" charset="-122"/>
                        </a:rPr>
                        <a:t>超</a:t>
                      </a:r>
                      <a:r>
                        <a:rPr lang="en-US" altLang="zh-CN" sz="1800" b="0" baseline="0" dirty="0">
                          <a:solidFill>
                            <a:schemeClr val="tx1"/>
                          </a:solidFill>
                          <a:latin typeface="Cuprum" panose="00000500000000000000" pitchFamily="2" charset="0"/>
                          <a:ea typeface="微软雅黑 Light" panose="020B0502040204020203" pitchFamily="34" charset="-122"/>
                        </a:rPr>
                        <a:t>6</a:t>
                      </a:r>
                      <a:r>
                        <a:rPr lang="zh-CN" altLang="en-US" sz="1800" b="0" baseline="0" dirty="0">
                          <a:solidFill>
                            <a:schemeClr val="tx1"/>
                          </a:solidFill>
                          <a:latin typeface="Cuprum" panose="00000500000000000000" pitchFamily="2" charset="0"/>
                          <a:ea typeface="微软雅黑 Light" panose="020B0502040204020203" pitchFamily="34" charset="-122"/>
                        </a:rPr>
                        <a:t>类</a:t>
                      </a: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r>
                        <a:rPr lang="en-US" altLang="zh-CN" sz="1800" b="0" baseline="0" dirty="0">
                          <a:solidFill>
                            <a:schemeClr val="tx1"/>
                          </a:solidFill>
                          <a:latin typeface="Cuprum" panose="00000500000000000000" pitchFamily="2" charset="0"/>
                          <a:ea typeface="微软雅黑 Light" panose="020B0502040204020203" pitchFamily="34" charset="-122"/>
                        </a:rPr>
                        <a:t>Cat 6e</a:t>
                      </a:r>
                      <a:endParaRPr lang="zh-CN" altLang="en-US"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0" baseline="0" dirty="0">
                          <a:solidFill>
                            <a:schemeClr val="tx1"/>
                          </a:solidFill>
                          <a:latin typeface="Cuprum" panose="00000500000000000000" pitchFamily="2" charset="0"/>
                          <a:ea typeface="微软雅黑 Light" panose="020B0502040204020203" pitchFamily="34" charset="-122"/>
                        </a:rPr>
                        <a:t>&gt;10Gbps</a:t>
                      </a:r>
                      <a:endParaRPr lang="zh-CN" altLang="en-US"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r>
                        <a:rPr lang="en-US" altLang="zh-CN" sz="1800" b="0" baseline="0" dirty="0">
                          <a:solidFill>
                            <a:schemeClr val="tx1"/>
                          </a:solidFill>
                          <a:latin typeface="Cuprum" panose="00000500000000000000" pitchFamily="2" charset="0"/>
                          <a:ea typeface="微软雅黑 Light" panose="020B0502040204020203" pitchFamily="34" charset="-122"/>
                        </a:rPr>
                        <a:t>500MHz</a:t>
                      </a:r>
                      <a:endParaRPr lang="zh-CN" altLang="en-US"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1234427593"/>
                  </a:ext>
                </a:extLst>
              </a:tr>
              <a:tr h="432000">
                <a:tc>
                  <a:txBody>
                    <a:bodyPr/>
                    <a:lstStyle/>
                    <a:p>
                      <a:r>
                        <a:rPr lang="en-US" altLang="zh-CN" sz="1800" b="0" baseline="0" dirty="0">
                          <a:solidFill>
                            <a:schemeClr val="tx1"/>
                          </a:solidFill>
                          <a:latin typeface="Cuprum" panose="00000500000000000000" pitchFamily="2" charset="0"/>
                          <a:ea typeface="微软雅黑 Light" panose="020B0502040204020203" pitchFamily="34" charset="-122"/>
                        </a:rPr>
                        <a:t>7</a:t>
                      </a:r>
                      <a:r>
                        <a:rPr lang="zh-CN" altLang="en-US" sz="1800" b="0" baseline="0" dirty="0">
                          <a:solidFill>
                            <a:schemeClr val="tx1"/>
                          </a:solidFill>
                          <a:latin typeface="Cuprum" panose="00000500000000000000" pitchFamily="2" charset="0"/>
                          <a:ea typeface="微软雅黑 Light" panose="020B0502040204020203" pitchFamily="34" charset="-122"/>
                        </a:rPr>
                        <a:t>类</a:t>
                      </a: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r>
                        <a:rPr lang="en-US" altLang="zh-CN" sz="1800" b="0" baseline="0" dirty="0">
                          <a:solidFill>
                            <a:schemeClr val="tx1"/>
                          </a:solidFill>
                          <a:latin typeface="Cuprum" panose="00000500000000000000" pitchFamily="2" charset="0"/>
                          <a:ea typeface="微软雅黑 Light" panose="020B0502040204020203" pitchFamily="34" charset="-122"/>
                        </a:rPr>
                        <a:t>Cat 7</a:t>
                      </a:r>
                      <a:endParaRPr lang="zh-CN" altLang="en-US"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0" baseline="0" dirty="0">
                          <a:solidFill>
                            <a:schemeClr val="tx1"/>
                          </a:solidFill>
                          <a:latin typeface="Cuprum" panose="00000500000000000000" pitchFamily="2" charset="0"/>
                          <a:ea typeface="微软雅黑 Light" panose="020B0502040204020203" pitchFamily="34" charset="-122"/>
                        </a:rPr>
                        <a:t>&gt;10Gbps</a:t>
                      </a: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r>
                        <a:rPr lang="en-US" altLang="zh-CN" sz="1800" b="0" baseline="0" dirty="0">
                          <a:solidFill>
                            <a:schemeClr val="tx1"/>
                          </a:solidFill>
                          <a:latin typeface="Cuprum" panose="00000500000000000000" pitchFamily="2" charset="0"/>
                          <a:ea typeface="微软雅黑 Light" panose="020B0502040204020203" pitchFamily="34" charset="-122"/>
                        </a:rPr>
                        <a:t>600Mhz</a:t>
                      </a:r>
                      <a:endParaRPr lang="zh-CN" altLang="en-US"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515944262"/>
                  </a:ext>
                </a:extLst>
              </a:tr>
            </a:tbl>
          </a:graphicData>
        </a:graphic>
      </p:graphicFrame>
      <p:sp>
        <p:nvSpPr>
          <p:cNvPr id="6" name="文本框 5">
            <a:extLst>
              <a:ext uri="{FF2B5EF4-FFF2-40B4-BE49-F238E27FC236}">
                <a16:creationId xmlns:a16="http://schemas.microsoft.com/office/drawing/2014/main" id="{423FE718-2D80-4A23-93A8-E5451047F8DA}"/>
              </a:ext>
            </a:extLst>
          </p:cNvPr>
          <p:cNvSpPr txBox="1"/>
          <p:nvPr/>
        </p:nvSpPr>
        <p:spPr>
          <a:xfrm>
            <a:off x="4887074" y="4935278"/>
            <a:ext cx="1795684" cy="307777"/>
          </a:xfrm>
          <a:prstGeom prst="rect">
            <a:avLst/>
          </a:prstGeom>
          <a:noFill/>
        </p:spPr>
        <p:txBody>
          <a:bodyPr wrap="none" rtlCol="0">
            <a:spAutoFit/>
          </a:bodyPr>
          <a:lstStyle/>
          <a:p>
            <a:pPr algn="ctr"/>
            <a:r>
              <a:rPr lang="en-US" altLang="zh-CN" sz="1400" dirty="0">
                <a:solidFill>
                  <a:schemeClr val="bg1">
                    <a:lumMod val="50000"/>
                  </a:schemeClr>
                </a:solidFill>
                <a:latin typeface="Courier New" panose="02070309020205020404" pitchFamily="49" charset="0"/>
                <a:ea typeface="微软雅黑 Light" panose="020B0502040204020203" pitchFamily="34" charset="-122"/>
              </a:rPr>
              <a:t>Cat - Category </a:t>
            </a:r>
            <a:endParaRPr lang="zh-CN" altLang="en-US" sz="1400" dirty="0">
              <a:solidFill>
                <a:schemeClr val="bg1">
                  <a:lumMod val="50000"/>
                </a:schemeClr>
              </a:solidFill>
              <a:latin typeface="Courier New" panose="02070309020205020404" pitchFamily="49" charset="0"/>
              <a:ea typeface="微软雅黑 Light" panose="020B0502040204020203" pitchFamily="34" charset="-122"/>
            </a:endParaRPr>
          </a:p>
        </p:txBody>
      </p:sp>
    </p:spTree>
    <p:extLst>
      <p:ext uri="{BB962C8B-B14F-4D97-AF65-F5344CB8AC3E}">
        <p14:creationId xmlns:p14="http://schemas.microsoft.com/office/powerpoint/2010/main" val="39673969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BD4CEDE9-B9AC-4D03-938E-B1447792C23D}"/>
              </a:ext>
            </a:extLst>
          </p:cNvPr>
          <p:cNvPicPr>
            <a:picLocks noChangeAspect="1"/>
          </p:cNvPicPr>
          <p:nvPr/>
        </p:nvPicPr>
        <p:blipFill>
          <a:blip r:embed="rId2"/>
          <a:stretch>
            <a:fillRect/>
          </a:stretch>
        </p:blipFill>
        <p:spPr>
          <a:xfrm>
            <a:off x="1247775" y="2319337"/>
            <a:ext cx="3600000" cy="3056305"/>
          </a:xfrm>
          <a:prstGeom prst="rect">
            <a:avLst/>
          </a:prstGeom>
        </p:spPr>
      </p:pic>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传输媒质</a:t>
            </a:r>
            <a:r>
              <a:rPr lang="en-US" altLang="zh-CN" dirty="0"/>
              <a:t>-</a:t>
            </a:r>
            <a:r>
              <a:rPr lang="zh-CN" altLang="en-US" dirty="0"/>
              <a:t>双绞线</a:t>
            </a:r>
            <a:r>
              <a:rPr lang="en-US" altLang="zh-CN" dirty="0"/>
              <a:t>-</a:t>
            </a:r>
            <a:r>
              <a:rPr lang="zh-CN" altLang="en-US" dirty="0"/>
              <a:t>水晶头</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Media – twisted pair</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5.1</a:t>
            </a:r>
            <a:endParaRPr lang="zh-CN" altLang="en-US" dirty="0"/>
          </a:p>
        </p:txBody>
      </p:sp>
      <p:sp>
        <p:nvSpPr>
          <p:cNvPr id="8" name="文本框 7">
            <a:extLst>
              <a:ext uri="{FF2B5EF4-FFF2-40B4-BE49-F238E27FC236}">
                <a16:creationId xmlns:a16="http://schemas.microsoft.com/office/drawing/2014/main" id="{5053C75D-5640-483E-80BA-254EAD621929}"/>
              </a:ext>
            </a:extLst>
          </p:cNvPr>
          <p:cNvSpPr txBox="1"/>
          <p:nvPr/>
        </p:nvSpPr>
        <p:spPr>
          <a:xfrm>
            <a:off x="5024234" y="4518477"/>
            <a:ext cx="2143537" cy="400110"/>
          </a:xfrm>
          <a:prstGeom prst="rect">
            <a:avLst/>
          </a:prstGeom>
          <a:noFill/>
        </p:spPr>
        <p:txBody>
          <a:bodyPr wrap="none" rtlCol="0">
            <a:spAutoFit/>
          </a:bodyPr>
          <a:lstStyle/>
          <a:p>
            <a:pPr algn="ctr"/>
            <a:r>
              <a:rPr lang="en-US" altLang="zh-CN" sz="2000" dirty="0">
                <a:solidFill>
                  <a:schemeClr val="tx1"/>
                </a:solidFill>
                <a:latin typeface="Cuprum" panose="00000500000000000000" pitchFamily="2" charset="0"/>
                <a:ea typeface="微软雅黑 Light" panose="020B0502040204020203" pitchFamily="34" charset="-122"/>
              </a:rPr>
              <a:t>RJ - Registered </a:t>
            </a:r>
            <a:r>
              <a:rPr lang="en-US" altLang="zh-CN" sz="2000" dirty="0">
                <a:latin typeface="Cuprum" panose="00000500000000000000" pitchFamily="2" charset="0"/>
                <a:ea typeface="微软雅黑 Light" panose="020B0502040204020203" pitchFamily="34" charset="-122"/>
              </a:rPr>
              <a:t>J</a:t>
            </a:r>
            <a:r>
              <a:rPr lang="en-US" altLang="zh-CN" sz="2000" dirty="0">
                <a:solidFill>
                  <a:schemeClr val="tx1"/>
                </a:solidFill>
                <a:latin typeface="Cuprum" panose="00000500000000000000" pitchFamily="2" charset="0"/>
                <a:ea typeface="微软雅黑 Light" panose="020B0502040204020203" pitchFamily="34" charset="-122"/>
              </a:rPr>
              <a:t>ack</a:t>
            </a:r>
          </a:p>
        </p:txBody>
      </p:sp>
    </p:spTree>
    <p:extLst>
      <p:ext uri="{BB962C8B-B14F-4D97-AF65-F5344CB8AC3E}">
        <p14:creationId xmlns:p14="http://schemas.microsoft.com/office/powerpoint/2010/main" val="17322788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传输媒质</a:t>
            </a:r>
            <a:r>
              <a:rPr lang="en-US" altLang="zh-CN" dirty="0"/>
              <a:t>-</a:t>
            </a:r>
            <a:r>
              <a:rPr lang="zh-CN" altLang="en-US" dirty="0"/>
              <a:t>双绞线</a:t>
            </a:r>
            <a:r>
              <a:rPr lang="en-US" altLang="zh-CN" dirty="0"/>
              <a:t>-</a:t>
            </a:r>
            <a:r>
              <a:rPr lang="zh-CN" altLang="en-US" dirty="0"/>
              <a:t>线序</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Media – twisted pair</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5.1</a:t>
            </a:r>
            <a:endParaRPr lang="zh-CN" altLang="en-US" dirty="0"/>
          </a:p>
        </p:txBody>
      </p:sp>
      <p:pic>
        <p:nvPicPr>
          <p:cNvPr id="5124" name="Picture 4">
            <a:extLst>
              <a:ext uri="{FF2B5EF4-FFF2-40B4-BE49-F238E27FC236}">
                <a16:creationId xmlns:a16="http://schemas.microsoft.com/office/drawing/2014/main" id="{CCA3A631-25AB-437B-B58A-64FF61FB4C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614244"/>
            <a:ext cx="6048000" cy="3024000"/>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a:extLst>
              <a:ext uri="{FF2B5EF4-FFF2-40B4-BE49-F238E27FC236}">
                <a16:creationId xmlns:a16="http://schemas.microsoft.com/office/drawing/2014/main" id="{2B089261-C5B7-474D-A3A8-A0AAEB7225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4000" y="2614244"/>
            <a:ext cx="6048000" cy="302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98403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传输媒质</a:t>
            </a:r>
            <a:r>
              <a:rPr lang="en-US" altLang="zh-CN" dirty="0"/>
              <a:t>-</a:t>
            </a:r>
            <a:r>
              <a:rPr lang="zh-CN" altLang="en-US" dirty="0"/>
              <a:t>同轴电缆</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Media - coaxial cable</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5.2</a:t>
            </a:r>
            <a:endParaRPr lang="zh-CN" altLang="en-US" dirty="0"/>
          </a:p>
        </p:txBody>
      </p:sp>
      <p:sp>
        <p:nvSpPr>
          <p:cNvPr id="5" name="文本框 4">
            <a:extLst>
              <a:ext uri="{FF2B5EF4-FFF2-40B4-BE49-F238E27FC236}">
                <a16:creationId xmlns:a16="http://schemas.microsoft.com/office/drawing/2014/main" id="{10FAF2FD-2A04-4A7F-BF00-A75AFB8AE10F}"/>
              </a:ext>
            </a:extLst>
          </p:cNvPr>
          <p:cNvSpPr txBox="1"/>
          <p:nvPr/>
        </p:nvSpPr>
        <p:spPr>
          <a:xfrm>
            <a:off x="344962" y="1929398"/>
            <a:ext cx="2839239" cy="4708981"/>
          </a:xfrm>
          <a:prstGeom prst="rect">
            <a:avLst/>
          </a:prstGeom>
          <a:noFill/>
        </p:spPr>
        <p:txBody>
          <a:bodyPr wrap="none" rtlCol="0">
            <a:spAutoFit/>
          </a:bodyPr>
          <a:lstStyle/>
          <a:p>
            <a:pPr algn="l"/>
            <a:r>
              <a:rPr lang="zh-CN" altLang="en-US" sz="2000" dirty="0">
                <a:latin typeface="微软雅黑 Light" panose="020B0502040204020203" pitchFamily="34" charset="-122"/>
                <a:ea typeface="微软雅黑 Light" panose="020B0502040204020203" pitchFamily="34" charset="-122"/>
              </a:rPr>
              <a:t>物理结构组成：</a:t>
            </a:r>
            <a:endParaRPr lang="en-US" altLang="zh-CN" sz="2000" dirty="0">
              <a:latin typeface="微软雅黑 Light" panose="020B0502040204020203" pitchFamily="34" charset="-122"/>
              <a:ea typeface="微软雅黑 Light" panose="020B0502040204020203" pitchFamily="34" charset="-122"/>
            </a:endParaRPr>
          </a:p>
          <a:p>
            <a:pPr marL="342900" indent="-342900" algn="l">
              <a:buClr>
                <a:schemeClr val="accent2"/>
              </a:buClr>
              <a:buFont typeface="Arial" panose="020B0604020202020204" pitchFamily="34" charset="0"/>
              <a:buChar char="•"/>
            </a:pPr>
            <a:r>
              <a:rPr lang="zh-CN" altLang="en-US" sz="2000" dirty="0">
                <a:solidFill>
                  <a:schemeClr val="tx1"/>
                </a:solidFill>
                <a:latin typeface="微软雅黑 Light" panose="020B0502040204020203" pitchFamily="34" charset="-122"/>
                <a:ea typeface="微软雅黑 Light" panose="020B0502040204020203" pitchFamily="34" charset="-122"/>
              </a:rPr>
              <a:t>内导体：中心铜线</a:t>
            </a:r>
            <a:endParaRPr lang="en-US" altLang="zh-CN" sz="2000" dirty="0">
              <a:solidFill>
                <a:schemeClr val="tx1"/>
              </a:solidFill>
              <a:latin typeface="微软雅黑 Light" panose="020B0502040204020203" pitchFamily="34" charset="-122"/>
              <a:ea typeface="微软雅黑 Light" panose="020B0502040204020203" pitchFamily="34" charset="-122"/>
            </a:endParaRPr>
          </a:p>
          <a:p>
            <a:pPr marL="342900" indent="-342900" algn="l">
              <a:buClr>
                <a:schemeClr val="accent2"/>
              </a:buClr>
              <a:buFont typeface="Arial" panose="020B0604020202020204" pitchFamily="34" charset="0"/>
              <a:buChar char="•"/>
            </a:pPr>
            <a:r>
              <a:rPr lang="zh-CN" altLang="en-US" sz="2000" dirty="0">
                <a:latin typeface="微软雅黑 Light" panose="020B0502040204020203" pitchFamily="34" charset="-122"/>
                <a:ea typeface="微软雅黑 Light" panose="020B0502040204020203" pitchFamily="34" charset="-122"/>
              </a:rPr>
              <a:t>内绝缘层：塑料</a:t>
            </a:r>
            <a:endParaRPr lang="en-US" altLang="zh-CN" sz="2000" dirty="0">
              <a:latin typeface="微软雅黑 Light" panose="020B0502040204020203" pitchFamily="34" charset="-122"/>
              <a:ea typeface="微软雅黑 Light" panose="020B0502040204020203" pitchFamily="34" charset="-122"/>
            </a:endParaRPr>
          </a:p>
          <a:p>
            <a:pPr marL="342900" indent="-342900" algn="l">
              <a:buClr>
                <a:schemeClr val="accent2"/>
              </a:buClr>
              <a:buFont typeface="Arial" panose="020B0604020202020204" pitchFamily="34" charset="0"/>
              <a:buChar char="•"/>
            </a:pPr>
            <a:r>
              <a:rPr lang="zh-CN" altLang="en-US" sz="2000" dirty="0">
                <a:solidFill>
                  <a:schemeClr val="tx1"/>
                </a:solidFill>
                <a:latin typeface="微软雅黑 Light" panose="020B0502040204020203" pitchFamily="34" charset="-122"/>
                <a:ea typeface="微软雅黑 Light" panose="020B0502040204020203" pitchFamily="34" charset="-122"/>
              </a:rPr>
              <a:t>外导体：网状导电层</a:t>
            </a:r>
            <a:endParaRPr lang="en-US" altLang="zh-CN" sz="2000" dirty="0">
              <a:solidFill>
                <a:schemeClr val="tx1"/>
              </a:solidFill>
              <a:latin typeface="微软雅黑 Light" panose="020B0502040204020203" pitchFamily="34" charset="-122"/>
              <a:ea typeface="微软雅黑 Light" panose="020B0502040204020203" pitchFamily="34" charset="-122"/>
            </a:endParaRPr>
          </a:p>
          <a:p>
            <a:pPr marL="342900" indent="-342900" algn="l">
              <a:buClr>
                <a:schemeClr val="accent2"/>
              </a:buClr>
              <a:buFont typeface="Arial" panose="020B0604020202020204" pitchFamily="34" charset="0"/>
              <a:buChar char="•"/>
            </a:pPr>
            <a:r>
              <a:rPr lang="zh-CN" altLang="en-US" sz="2000" dirty="0">
                <a:solidFill>
                  <a:schemeClr val="tx1"/>
                </a:solidFill>
                <a:latin typeface="微软雅黑 Light" panose="020B0502040204020203" pitchFamily="34" charset="-122"/>
                <a:ea typeface="微软雅黑 Light" panose="020B0502040204020203" pitchFamily="34" charset="-122"/>
              </a:rPr>
              <a:t>包层：电线外皮</a:t>
            </a:r>
            <a:endParaRPr lang="en-US" altLang="zh-CN" sz="2000" dirty="0">
              <a:solidFill>
                <a:schemeClr val="tx1"/>
              </a:solidFill>
              <a:latin typeface="微软雅黑 Light" panose="020B0502040204020203" pitchFamily="34" charset="-122"/>
              <a:ea typeface="微软雅黑 Light" panose="020B0502040204020203" pitchFamily="34" charset="-122"/>
            </a:endParaRPr>
          </a:p>
          <a:p>
            <a:pPr algn="l">
              <a:buClr>
                <a:schemeClr val="accent2"/>
              </a:buClr>
            </a:pPr>
            <a:endParaRPr lang="en-US" altLang="zh-CN" sz="2000" dirty="0">
              <a:latin typeface="微软雅黑 Light" panose="020B0502040204020203" pitchFamily="34" charset="-122"/>
              <a:ea typeface="微软雅黑 Light" panose="020B0502040204020203" pitchFamily="34" charset="-122"/>
            </a:endParaRPr>
          </a:p>
          <a:p>
            <a:pPr algn="l">
              <a:buClr>
                <a:schemeClr val="accent2"/>
              </a:buClr>
            </a:pPr>
            <a:r>
              <a:rPr lang="zh-CN" altLang="en-US" sz="2000" dirty="0">
                <a:latin typeface="微软雅黑 Light" panose="020B0502040204020203" pitchFamily="34" charset="-122"/>
                <a:ea typeface="微软雅黑 Light" panose="020B0502040204020203" pitchFamily="34" charset="-122"/>
              </a:rPr>
              <a:t>分类：</a:t>
            </a:r>
            <a:endParaRPr lang="en-US" altLang="zh-CN" sz="2000" dirty="0">
              <a:latin typeface="微软雅黑 Light" panose="020B0502040204020203" pitchFamily="34" charset="-122"/>
              <a:ea typeface="微软雅黑 Light" panose="020B0502040204020203" pitchFamily="34" charset="-122"/>
            </a:endParaRPr>
          </a:p>
          <a:p>
            <a:pPr marL="342900" indent="-342900" algn="l">
              <a:buClr>
                <a:schemeClr val="accent2"/>
              </a:buClr>
              <a:buFont typeface="Arial" panose="020B0604020202020204" pitchFamily="34" charset="0"/>
              <a:buChar char="•"/>
            </a:pPr>
            <a:r>
              <a:rPr lang="zh-CN" altLang="en-US" sz="2000" dirty="0">
                <a:solidFill>
                  <a:schemeClr val="tx1"/>
                </a:solidFill>
                <a:latin typeface="微软雅黑 Light" panose="020B0502040204020203" pitchFamily="34" charset="-122"/>
                <a:ea typeface="微软雅黑 Light" panose="020B0502040204020203" pitchFamily="34" charset="-122"/>
              </a:rPr>
              <a:t>基带同轴电缆</a:t>
            </a:r>
            <a:endParaRPr lang="en-US" altLang="zh-CN" sz="2000" dirty="0">
              <a:solidFill>
                <a:schemeClr val="tx1"/>
              </a:solidFill>
              <a:latin typeface="微软雅黑 Light" panose="020B0502040204020203" pitchFamily="34" charset="-122"/>
              <a:ea typeface="微软雅黑 Light" panose="020B0502040204020203" pitchFamily="34" charset="-122"/>
            </a:endParaRPr>
          </a:p>
          <a:p>
            <a:pPr lvl="1">
              <a:buClr>
                <a:schemeClr val="accent2"/>
              </a:buClr>
            </a:pPr>
            <a:r>
              <a:rPr lang="zh-CN" altLang="en-US" sz="2000" dirty="0">
                <a:solidFill>
                  <a:schemeClr val="tx1"/>
                </a:solidFill>
                <a:latin typeface="微软雅黑 Light" panose="020B0502040204020203" pitchFamily="34" charset="-122"/>
                <a:ea typeface="微软雅黑 Light" panose="020B0502040204020203" pitchFamily="34" charset="-122"/>
              </a:rPr>
              <a:t>数字信号</a:t>
            </a:r>
            <a:endParaRPr lang="en-US" altLang="zh-CN" sz="2000" dirty="0">
              <a:solidFill>
                <a:schemeClr val="tx1"/>
              </a:solidFill>
              <a:latin typeface="微软雅黑 Light" panose="020B0502040204020203" pitchFamily="34" charset="-122"/>
              <a:ea typeface="微软雅黑 Light" panose="020B0502040204020203" pitchFamily="34" charset="-122"/>
            </a:endParaRPr>
          </a:p>
          <a:p>
            <a:pPr lvl="1">
              <a:buClr>
                <a:schemeClr val="accent2"/>
              </a:buClr>
            </a:pPr>
            <a:r>
              <a:rPr lang="zh-CN" altLang="en-US" sz="2000" dirty="0">
                <a:solidFill>
                  <a:schemeClr val="tx1"/>
                </a:solidFill>
                <a:latin typeface="微软雅黑 Light" panose="020B0502040204020203" pitchFamily="34" charset="-122"/>
                <a:ea typeface="微软雅黑 Light" panose="020B0502040204020203" pitchFamily="34" charset="-122"/>
              </a:rPr>
              <a:t>特征阻抗</a:t>
            </a:r>
            <a:r>
              <a:rPr lang="en-US" altLang="zh-CN" sz="2000" dirty="0">
                <a:solidFill>
                  <a:schemeClr val="tx1"/>
                </a:solidFill>
                <a:latin typeface="微软雅黑 Light" panose="020B0502040204020203" pitchFamily="34" charset="-122"/>
                <a:ea typeface="微软雅黑 Light" panose="020B0502040204020203" pitchFamily="34" charset="-122"/>
              </a:rPr>
              <a:t>50</a:t>
            </a:r>
            <a:r>
              <a:rPr lang="el-GR" altLang="zh-CN" sz="2000" dirty="0">
                <a:solidFill>
                  <a:schemeClr val="tx1"/>
                </a:solidFill>
                <a:latin typeface="微软雅黑 Light" panose="020B0502040204020203" pitchFamily="34" charset="-122"/>
                <a:ea typeface="微软雅黑 Light" panose="020B0502040204020203" pitchFamily="34" charset="-122"/>
              </a:rPr>
              <a:t>Ω</a:t>
            </a:r>
            <a:endParaRPr lang="en-US" altLang="zh-CN" sz="2000" dirty="0">
              <a:solidFill>
                <a:schemeClr val="tx1"/>
              </a:solidFill>
              <a:latin typeface="微软雅黑 Light" panose="020B0502040204020203" pitchFamily="34" charset="-122"/>
              <a:ea typeface="微软雅黑 Light" panose="020B0502040204020203" pitchFamily="34" charset="-122"/>
            </a:endParaRPr>
          </a:p>
          <a:p>
            <a:pPr lvl="1">
              <a:buClr>
                <a:schemeClr val="accent2"/>
              </a:buClr>
            </a:pPr>
            <a:r>
              <a:rPr lang="zh-CN" altLang="en-US" sz="2000" dirty="0">
                <a:latin typeface="微软雅黑 Light" panose="020B0502040204020203" pitchFamily="34" charset="-122"/>
                <a:ea typeface="微软雅黑 Light" panose="020B0502040204020203" pitchFamily="34" charset="-122"/>
              </a:rPr>
              <a:t>绝缘层为铜</a:t>
            </a:r>
            <a:endParaRPr lang="en-US" altLang="zh-CN" sz="2000" dirty="0">
              <a:solidFill>
                <a:schemeClr val="tx1"/>
              </a:solidFill>
              <a:latin typeface="微软雅黑 Light" panose="020B0502040204020203" pitchFamily="34" charset="-122"/>
              <a:ea typeface="微软雅黑 Light" panose="020B0502040204020203" pitchFamily="34" charset="-122"/>
            </a:endParaRPr>
          </a:p>
          <a:p>
            <a:pPr marL="342900" indent="-342900" algn="l">
              <a:buClr>
                <a:schemeClr val="accent2"/>
              </a:buClr>
              <a:buFont typeface="Arial" panose="020B0604020202020204" pitchFamily="34" charset="0"/>
              <a:buChar char="•"/>
            </a:pPr>
            <a:r>
              <a:rPr lang="zh-CN" altLang="en-US" sz="2000" dirty="0">
                <a:latin typeface="微软雅黑 Light" panose="020B0502040204020203" pitchFamily="34" charset="-122"/>
                <a:ea typeface="微软雅黑 Light" panose="020B0502040204020203" pitchFamily="34" charset="-122"/>
              </a:rPr>
              <a:t>频带同轴电缆</a:t>
            </a:r>
            <a:endParaRPr lang="en-US" altLang="zh-CN" sz="2000" dirty="0">
              <a:latin typeface="微软雅黑 Light" panose="020B0502040204020203" pitchFamily="34" charset="-122"/>
              <a:ea typeface="微软雅黑 Light" panose="020B0502040204020203" pitchFamily="34" charset="-122"/>
            </a:endParaRPr>
          </a:p>
          <a:p>
            <a:pPr lvl="1">
              <a:buClr>
                <a:schemeClr val="accent2"/>
              </a:buClr>
            </a:pPr>
            <a:r>
              <a:rPr lang="zh-CN" altLang="en-US" sz="2000" dirty="0">
                <a:latin typeface="微软雅黑 Light" panose="020B0502040204020203" pitchFamily="34" charset="-122"/>
                <a:ea typeface="微软雅黑 Light" panose="020B0502040204020203" pitchFamily="34" charset="-122"/>
              </a:rPr>
              <a:t>模拟信号</a:t>
            </a:r>
            <a:endParaRPr lang="en-US" altLang="zh-CN" sz="2000" dirty="0">
              <a:latin typeface="微软雅黑 Light" panose="020B0502040204020203" pitchFamily="34" charset="-122"/>
              <a:ea typeface="微软雅黑 Light" panose="020B0502040204020203" pitchFamily="34" charset="-122"/>
            </a:endParaRPr>
          </a:p>
          <a:p>
            <a:pPr lvl="1">
              <a:buClr>
                <a:schemeClr val="accent2"/>
              </a:buClr>
            </a:pPr>
            <a:r>
              <a:rPr lang="zh-CN" altLang="en-US" sz="2000" dirty="0">
                <a:solidFill>
                  <a:schemeClr val="tx1"/>
                </a:solidFill>
                <a:latin typeface="微软雅黑 Light" panose="020B0502040204020203" pitchFamily="34" charset="-122"/>
                <a:ea typeface="微软雅黑 Light" panose="020B0502040204020203" pitchFamily="34" charset="-122"/>
              </a:rPr>
              <a:t>特征阻抗</a:t>
            </a:r>
            <a:r>
              <a:rPr lang="en-US" altLang="zh-CN" sz="2000" dirty="0">
                <a:solidFill>
                  <a:schemeClr val="tx1"/>
                </a:solidFill>
                <a:latin typeface="微软雅黑 Light" panose="020B0502040204020203" pitchFamily="34" charset="-122"/>
                <a:ea typeface="微软雅黑 Light" panose="020B0502040204020203" pitchFamily="34" charset="-122"/>
              </a:rPr>
              <a:t>75</a:t>
            </a:r>
            <a:r>
              <a:rPr lang="el-GR" altLang="zh-CN" sz="2000" dirty="0">
                <a:solidFill>
                  <a:schemeClr val="tx1"/>
                </a:solidFill>
                <a:latin typeface="微软雅黑 Light" panose="020B0502040204020203" pitchFamily="34" charset="-122"/>
                <a:ea typeface="微软雅黑 Light" panose="020B0502040204020203" pitchFamily="34" charset="-122"/>
              </a:rPr>
              <a:t>Ω</a:t>
            </a:r>
            <a:endParaRPr lang="en-US" altLang="zh-CN" sz="2000" dirty="0">
              <a:solidFill>
                <a:schemeClr val="tx1"/>
              </a:solidFill>
              <a:latin typeface="微软雅黑 Light" panose="020B0502040204020203" pitchFamily="34" charset="-122"/>
              <a:ea typeface="微软雅黑 Light" panose="020B0502040204020203" pitchFamily="34" charset="-122"/>
            </a:endParaRPr>
          </a:p>
          <a:p>
            <a:pPr lvl="1">
              <a:buClr>
                <a:schemeClr val="accent2"/>
              </a:buClr>
            </a:pPr>
            <a:r>
              <a:rPr lang="zh-CN" altLang="en-US" sz="2000" dirty="0">
                <a:latin typeface="微软雅黑 Light" panose="020B0502040204020203" pitchFamily="34" charset="-122"/>
                <a:ea typeface="微软雅黑 Light" panose="020B0502040204020203" pitchFamily="34" charset="-122"/>
              </a:rPr>
              <a:t>绝缘层为铝</a:t>
            </a:r>
            <a:endParaRPr lang="zh-CN" altLang="en-US" sz="2000" dirty="0">
              <a:solidFill>
                <a:schemeClr val="tx1"/>
              </a:solidFill>
              <a:latin typeface="微软雅黑 Light" panose="020B0502040204020203" pitchFamily="34" charset="-122"/>
              <a:ea typeface="微软雅黑 Light" panose="020B0502040204020203" pitchFamily="34" charset="-122"/>
            </a:endParaRPr>
          </a:p>
        </p:txBody>
      </p:sp>
      <p:pic>
        <p:nvPicPr>
          <p:cNvPr id="1026" name="Picture 2">
            <a:extLst>
              <a:ext uri="{FF2B5EF4-FFF2-40B4-BE49-F238E27FC236}">
                <a16:creationId xmlns:a16="http://schemas.microsoft.com/office/drawing/2014/main" id="{D305C9CE-64DA-4271-BAAC-98F4306F9D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9145" y="1929398"/>
            <a:ext cx="4320000" cy="432000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AA878FB2-B4AB-44DC-8585-D171672EB4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8495" y="941092"/>
            <a:ext cx="2880000" cy="288000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A557AFEA-931A-4D8F-90C5-39E2C4516599}"/>
              </a:ext>
            </a:extLst>
          </p:cNvPr>
          <p:cNvSpPr txBox="1"/>
          <p:nvPr/>
        </p:nvSpPr>
        <p:spPr>
          <a:xfrm>
            <a:off x="9222601" y="788692"/>
            <a:ext cx="2225288" cy="646331"/>
          </a:xfrm>
          <a:prstGeom prst="rect">
            <a:avLst/>
          </a:prstGeom>
          <a:noFill/>
        </p:spPr>
        <p:txBody>
          <a:bodyPr wrap="none" rtlCol="0">
            <a:spAutoFit/>
          </a:bodyPr>
          <a:lstStyle>
            <a:defPPr>
              <a:defRPr lang="zh-CN"/>
            </a:defPPr>
            <a:lvl1pPr algn="r">
              <a:buClr>
                <a:schemeClr val="accent2"/>
              </a:buClr>
              <a:defRPr sz="2000">
                <a:latin typeface="Cuprum" panose="00000500000000000000" pitchFamily="2" charset="0"/>
                <a:ea typeface="微软雅黑 Light" panose="020B0502040204020203" pitchFamily="34" charset="-122"/>
              </a:defRPr>
            </a:lvl1pPr>
          </a:lstStyle>
          <a:p>
            <a:r>
              <a:rPr lang="en-US" altLang="zh-CN" sz="1800" dirty="0"/>
              <a:t>BNC-</a:t>
            </a:r>
            <a:r>
              <a:rPr lang="zh-CN" altLang="en-US" sz="1800" dirty="0"/>
              <a:t>刺刀螺母连接器</a:t>
            </a:r>
            <a:endParaRPr lang="en-US" altLang="zh-CN" sz="1800" dirty="0"/>
          </a:p>
          <a:p>
            <a:r>
              <a:rPr lang="en-US" altLang="zh-CN" sz="1800" dirty="0"/>
              <a:t>Bayonet Nut Connector</a:t>
            </a:r>
          </a:p>
        </p:txBody>
      </p:sp>
    </p:spTree>
    <p:extLst>
      <p:ext uri="{BB962C8B-B14F-4D97-AF65-F5344CB8AC3E}">
        <p14:creationId xmlns:p14="http://schemas.microsoft.com/office/powerpoint/2010/main" val="33478346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a:extLst>
              <a:ext uri="{FF2B5EF4-FFF2-40B4-BE49-F238E27FC236}">
                <a16:creationId xmlns:a16="http://schemas.microsoft.com/office/drawing/2014/main" id="{F22EC75B-A45C-43A0-B5BE-8617FFD4FA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1705" y="3403938"/>
            <a:ext cx="3521739" cy="3240000"/>
          </a:xfrm>
          <a:prstGeom prst="rect">
            <a:avLst/>
          </a:prstGeom>
          <a:noFill/>
          <a:extLst>
            <a:ext uri="{909E8E84-426E-40DD-AFC4-6F175D3DCCD1}">
              <a14:hiddenFill xmlns:a14="http://schemas.microsoft.com/office/drawing/2010/main">
                <a:solidFill>
                  <a:srgbClr val="FFFFFF"/>
                </a:solidFill>
              </a14:hiddenFill>
            </a:ext>
          </a:extLst>
        </p:spPr>
      </p:pic>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传输媒质</a:t>
            </a:r>
            <a:r>
              <a:rPr lang="en-US" altLang="zh-CN" dirty="0"/>
              <a:t>-</a:t>
            </a:r>
            <a:r>
              <a:rPr lang="zh-CN" altLang="en-US" dirty="0"/>
              <a:t>光纤</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Media - optical fiber</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5.3</a:t>
            </a:r>
            <a:endParaRPr lang="zh-CN" altLang="en-US" dirty="0"/>
          </a:p>
        </p:txBody>
      </p:sp>
      <p:sp>
        <p:nvSpPr>
          <p:cNvPr id="5" name="文本框 4">
            <a:extLst>
              <a:ext uri="{FF2B5EF4-FFF2-40B4-BE49-F238E27FC236}">
                <a16:creationId xmlns:a16="http://schemas.microsoft.com/office/drawing/2014/main" id="{10FAF2FD-2A04-4A7F-BF00-A75AFB8AE10F}"/>
              </a:ext>
            </a:extLst>
          </p:cNvPr>
          <p:cNvSpPr txBox="1"/>
          <p:nvPr/>
        </p:nvSpPr>
        <p:spPr>
          <a:xfrm>
            <a:off x="344962" y="1929398"/>
            <a:ext cx="6083717" cy="3170099"/>
          </a:xfrm>
          <a:prstGeom prst="rect">
            <a:avLst/>
          </a:prstGeom>
          <a:noFill/>
        </p:spPr>
        <p:txBody>
          <a:bodyPr wrap="none" rtlCol="0">
            <a:spAutoFit/>
          </a:bodyPr>
          <a:lstStyle/>
          <a:p>
            <a:pPr algn="l"/>
            <a:r>
              <a:rPr lang="zh-CN" altLang="en-US" sz="2000" dirty="0">
                <a:latin typeface="微软雅黑 Light" panose="020B0502040204020203" pitchFamily="34" charset="-122"/>
                <a:ea typeface="微软雅黑 Light" panose="020B0502040204020203" pitchFamily="34" charset="-122"/>
              </a:rPr>
              <a:t>由玻璃或塑料制成的纤维，利用光的全反射传输数据</a:t>
            </a:r>
            <a:endParaRPr lang="en-US" altLang="zh-CN" sz="2000" dirty="0">
              <a:latin typeface="微软雅黑 Light" panose="020B0502040204020203" pitchFamily="34" charset="-122"/>
              <a:ea typeface="微软雅黑 Light" panose="020B0502040204020203" pitchFamily="34" charset="-122"/>
            </a:endParaRPr>
          </a:p>
          <a:p>
            <a:pPr algn="l"/>
            <a:r>
              <a:rPr lang="zh-CN" altLang="en-US" sz="2000" dirty="0">
                <a:solidFill>
                  <a:schemeClr val="tx1"/>
                </a:solidFill>
                <a:latin typeface="微软雅黑 Light" panose="020B0502040204020203" pitchFamily="34" charset="-122"/>
                <a:ea typeface="微软雅黑 Light" panose="020B0502040204020203" pitchFamily="34" charset="-122"/>
              </a:rPr>
              <a:t>特点：</a:t>
            </a:r>
            <a:endParaRPr lang="en-US" altLang="zh-CN" sz="2000" dirty="0">
              <a:solidFill>
                <a:schemeClr val="tx1"/>
              </a:solidFill>
              <a:latin typeface="微软雅黑 Light" panose="020B0502040204020203" pitchFamily="34" charset="-122"/>
              <a:ea typeface="微软雅黑 Light" panose="020B0502040204020203" pitchFamily="34" charset="-122"/>
            </a:endParaRPr>
          </a:p>
          <a:p>
            <a:pPr marL="342900" indent="-342900" algn="l">
              <a:buClr>
                <a:schemeClr val="accent2"/>
              </a:buClr>
              <a:buFont typeface="Arial" panose="020B0604020202020204" pitchFamily="34" charset="0"/>
              <a:buChar char="•"/>
            </a:pPr>
            <a:r>
              <a:rPr lang="zh-CN" altLang="en-US" sz="2000" dirty="0">
                <a:latin typeface="微软雅黑 Light" panose="020B0502040204020203" pitchFamily="34" charset="-122"/>
                <a:ea typeface="微软雅黑 Light" panose="020B0502040204020203" pitchFamily="34" charset="-122"/>
              </a:rPr>
              <a:t>传输损耗小</a:t>
            </a:r>
            <a:endParaRPr lang="en-US" altLang="zh-CN" sz="2000" dirty="0">
              <a:latin typeface="微软雅黑 Light" panose="020B0502040204020203" pitchFamily="34" charset="-122"/>
              <a:ea typeface="微软雅黑 Light" panose="020B0502040204020203" pitchFamily="34" charset="-122"/>
            </a:endParaRPr>
          </a:p>
          <a:p>
            <a:pPr marL="342900" indent="-342900" algn="l">
              <a:buClr>
                <a:schemeClr val="accent2"/>
              </a:buClr>
              <a:buFont typeface="Arial" panose="020B0604020202020204" pitchFamily="34" charset="0"/>
              <a:buChar char="•"/>
            </a:pPr>
            <a:r>
              <a:rPr lang="zh-CN" altLang="en-US" sz="2000" dirty="0">
                <a:latin typeface="微软雅黑 Light" panose="020B0502040204020203" pitchFamily="34" charset="-122"/>
                <a:ea typeface="微软雅黑 Light" panose="020B0502040204020203" pitchFamily="34" charset="-122"/>
              </a:rPr>
              <a:t>抗干扰性好</a:t>
            </a:r>
            <a:endParaRPr lang="en-US" altLang="zh-CN" sz="2000" dirty="0">
              <a:latin typeface="微软雅黑 Light" panose="020B0502040204020203" pitchFamily="34" charset="-122"/>
              <a:ea typeface="微软雅黑 Light" panose="020B0502040204020203" pitchFamily="34" charset="-122"/>
            </a:endParaRPr>
          </a:p>
          <a:p>
            <a:pPr marL="342900" indent="-342900" algn="l">
              <a:buClr>
                <a:schemeClr val="accent2"/>
              </a:buClr>
              <a:buFont typeface="Arial" panose="020B0604020202020204" pitchFamily="34" charset="0"/>
              <a:buChar char="•"/>
            </a:pPr>
            <a:r>
              <a:rPr lang="zh-CN" altLang="en-US" sz="2000" dirty="0">
                <a:latin typeface="微软雅黑 Light" panose="020B0502040204020203" pitchFamily="34" charset="-122"/>
                <a:ea typeface="微软雅黑 Light" panose="020B0502040204020203" pitchFamily="34" charset="-122"/>
              </a:rPr>
              <a:t>体积小，重量轻</a:t>
            </a:r>
            <a:endParaRPr lang="en-US" altLang="zh-CN" sz="2000" dirty="0">
              <a:latin typeface="微软雅黑 Light" panose="020B0502040204020203" pitchFamily="34" charset="-122"/>
              <a:ea typeface="微软雅黑 Light" panose="020B0502040204020203" pitchFamily="34" charset="-122"/>
            </a:endParaRPr>
          </a:p>
          <a:p>
            <a:pPr algn="l"/>
            <a:r>
              <a:rPr lang="zh-CN" altLang="en-US" sz="2000" dirty="0">
                <a:latin typeface="微软雅黑 Light" panose="020B0502040204020203" pitchFamily="34" charset="-122"/>
                <a:ea typeface="微软雅黑 Light" panose="020B0502040204020203" pitchFamily="34" charset="-122"/>
              </a:rPr>
              <a:t>分类：</a:t>
            </a:r>
            <a:endParaRPr lang="en-US" altLang="zh-CN" sz="2000" dirty="0">
              <a:latin typeface="微软雅黑 Light" panose="020B0502040204020203" pitchFamily="34" charset="-122"/>
              <a:ea typeface="微软雅黑 Light" panose="020B0502040204020203" pitchFamily="34" charset="-122"/>
            </a:endParaRPr>
          </a:p>
          <a:p>
            <a:pPr marL="342900" indent="-342900" algn="l">
              <a:buClr>
                <a:schemeClr val="accent2"/>
              </a:buClr>
              <a:buFont typeface="Arial" panose="020B0604020202020204" pitchFamily="34" charset="0"/>
              <a:buChar char="•"/>
            </a:pPr>
            <a:r>
              <a:rPr lang="zh-CN" altLang="en-US" sz="2000" dirty="0">
                <a:solidFill>
                  <a:schemeClr val="tx1"/>
                </a:solidFill>
                <a:latin typeface="微软雅黑 Light" panose="020B0502040204020203" pitchFamily="34" charset="-122"/>
                <a:ea typeface="微软雅黑 Light" panose="020B0502040204020203" pitchFamily="34" charset="-122"/>
              </a:rPr>
              <a:t>单模光纤</a:t>
            </a:r>
            <a:r>
              <a:rPr lang="en-US" altLang="zh-CN" sz="2000" dirty="0">
                <a:solidFill>
                  <a:schemeClr val="tx1"/>
                </a:solidFill>
                <a:latin typeface="微软雅黑 Light" panose="020B0502040204020203" pitchFamily="34" charset="-122"/>
                <a:ea typeface="微软雅黑 Light" panose="020B0502040204020203" pitchFamily="34" charset="-122"/>
              </a:rPr>
              <a:t>SMF-Single Mode Fiber</a:t>
            </a:r>
          </a:p>
          <a:p>
            <a:pPr lvl="1">
              <a:buClr>
                <a:schemeClr val="accent2"/>
              </a:buClr>
            </a:pPr>
            <a:r>
              <a:rPr lang="zh-CN" altLang="en-US" sz="2000" dirty="0">
                <a:solidFill>
                  <a:schemeClr val="tx1"/>
                </a:solidFill>
                <a:latin typeface="微软雅黑 Light" panose="020B0502040204020203" pitchFamily="34" charset="-122"/>
                <a:ea typeface="微软雅黑 Light" panose="020B0502040204020203" pitchFamily="34" charset="-122"/>
              </a:rPr>
              <a:t>适合远距离传输</a:t>
            </a:r>
            <a:endParaRPr lang="en-US" altLang="zh-CN" sz="2000" dirty="0">
              <a:solidFill>
                <a:schemeClr val="tx1"/>
              </a:solidFill>
              <a:latin typeface="微软雅黑 Light" panose="020B0502040204020203" pitchFamily="34" charset="-122"/>
              <a:ea typeface="微软雅黑 Light" panose="020B0502040204020203" pitchFamily="34" charset="-122"/>
            </a:endParaRPr>
          </a:p>
          <a:p>
            <a:pPr marL="342900" indent="-342900" algn="l">
              <a:buClr>
                <a:schemeClr val="accent2"/>
              </a:buClr>
              <a:buFont typeface="Arial" panose="020B0604020202020204" pitchFamily="34" charset="0"/>
              <a:buChar char="•"/>
            </a:pPr>
            <a:r>
              <a:rPr lang="zh-CN" altLang="en-US" sz="2000" dirty="0">
                <a:solidFill>
                  <a:schemeClr val="tx1"/>
                </a:solidFill>
                <a:latin typeface="微软雅黑 Light" panose="020B0502040204020203" pitchFamily="34" charset="-122"/>
                <a:ea typeface="微软雅黑 Light" panose="020B0502040204020203" pitchFamily="34" charset="-122"/>
              </a:rPr>
              <a:t>多模光纤</a:t>
            </a:r>
            <a:r>
              <a:rPr lang="en-US" altLang="zh-CN" sz="2000" dirty="0">
                <a:solidFill>
                  <a:schemeClr val="tx1"/>
                </a:solidFill>
                <a:latin typeface="微软雅黑 Light" panose="020B0502040204020203" pitchFamily="34" charset="-122"/>
                <a:ea typeface="微软雅黑 Light" panose="020B0502040204020203" pitchFamily="34" charset="-122"/>
              </a:rPr>
              <a:t>MMF</a:t>
            </a:r>
            <a:r>
              <a:rPr lang="en-US" altLang="zh-CN" sz="2000" dirty="0">
                <a:latin typeface="微软雅黑 Light" panose="020B0502040204020203" pitchFamily="34" charset="-122"/>
                <a:ea typeface="微软雅黑 Light" panose="020B0502040204020203" pitchFamily="34" charset="-122"/>
              </a:rPr>
              <a:t>-</a:t>
            </a:r>
            <a:r>
              <a:rPr lang="en-US" altLang="zh-CN" sz="2000" dirty="0" err="1">
                <a:solidFill>
                  <a:schemeClr val="tx1"/>
                </a:solidFill>
                <a:latin typeface="微软雅黑 Light" panose="020B0502040204020203" pitchFamily="34" charset="-122"/>
                <a:ea typeface="微软雅黑 Light" panose="020B0502040204020203" pitchFamily="34" charset="-122"/>
              </a:rPr>
              <a:t>MUlti</a:t>
            </a:r>
            <a:r>
              <a:rPr lang="en-US" altLang="zh-CN" sz="2000" dirty="0">
                <a:solidFill>
                  <a:schemeClr val="tx1"/>
                </a:solidFill>
                <a:latin typeface="微软雅黑 Light" panose="020B0502040204020203" pitchFamily="34" charset="-122"/>
                <a:ea typeface="微软雅黑 Light" panose="020B0502040204020203" pitchFamily="34" charset="-122"/>
              </a:rPr>
              <a:t> Mode Fiber</a:t>
            </a:r>
          </a:p>
          <a:p>
            <a:pPr lvl="1">
              <a:buClr>
                <a:schemeClr val="accent2"/>
              </a:buClr>
            </a:pPr>
            <a:r>
              <a:rPr lang="zh-CN" altLang="en-US" sz="2000" dirty="0">
                <a:latin typeface="微软雅黑 Light" panose="020B0502040204020203" pitchFamily="34" charset="-122"/>
                <a:ea typeface="微软雅黑 Light" panose="020B0502040204020203" pitchFamily="34" charset="-122"/>
              </a:rPr>
              <a:t>适合近距离传输</a:t>
            </a:r>
            <a:endParaRPr lang="zh-CN" altLang="en-US" sz="2000" dirty="0">
              <a:solidFill>
                <a:schemeClr val="tx1"/>
              </a:solidFill>
              <a:latin typeface="微软雅黑 Light" panose="020B0502040204020203" pitchFamily="34" charset="-122"/>
              <a:ea typeface="微软雅黑 Light" panose="020B0502040204020203" pitchFamily="34" charset="-122"/>
            </a:endParaRPr>
          </a:p>
        </p:txBody>
      </p:sp>
      <p:pic>
        <p:nvPicPr>
          <p:cNvPr id="4098" name="Picture 2">
            <a:extLst>
              <a:ext uri="{FF2B5EF4-FFF2-40B4-BE49-F238E27FC236}">
                <a16:creationId xmlns:a16="http://schemas.microsoft.com/office/drawing/2014/main" id="{5BB1BBF3-9F76-4C58-8666-394661AEBB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4658" y="2105544"/>
            <a:ext cx="5162550" cy="4438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24737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传输媒质</a:t>
            </a:r>
            <a:r>
              <a:rPr lang="en-US" altLang="zh-CN" dirty="0"/>
              <a:t>-</a:t>
            </a:r>
            <a:r>
              <a:rPr lang="zh-CN" altLang="en-US" dirty="0"/>
              <a:t>无线电波</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Media - Airwave</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5.4</a:t>
            </a:r>
            <a:endParaRPr lang="zh-CN" altLang="en-US" dirty="0"/>
          </a:p>
        </p:txBody>
      </p:sp>
      <p:sp>
        <p:nvSpPr>
          <p:cNvPr id="8" name="TextBox 7">
            <a:extLst>
              <a:ext uri="{FF2B5EF4-FFF2-40B4-BE49-F238E27FC236}">
                <a16:creationId xmlns:a16="http://schemas.microsoft.com/office/drawing/2014/main" id="{0B24252A-9D89-42A0-8D30-551668892BE3}"/>
              </a:ext>
            </a:extLst>
          </p:cNvPr>
          <p:cNvSpPr txBox="1"/>
          <p:nvPr/>
        </p:nvSpPr>
        <p:spPr>
          <a:xfrm>
            <a:off x="8129308" y="4360712"/>
            <a:ext cx="1210588" cy="400110"/>
          </a:xfrm>
          <a:prstGeom prst="rect">
            <a:avLst/>
          </a:prstGeom>
          <a:noFill/>
        </p:spPr>
        <p:txBody>
          <a:bodyPr wrap="none" rtlCol="0" anchor="ctr" anchorCtr="0">
            <a:spAutoFit/>
          </a:bodyPr>
          <a:lstStyle/>
          <a:p>
            <a:pPr algn="ctr"/>
            <a:r>
              <a:rPr lang="zh-CN" altLang="en-US" sz="2000" dirty="0">
                <a:latin typeface="微软雅黑 Light" panose="020B0502040204020203" pitchFamily="34" charset="-122"/>
                <a:ea typeface="微软雅黑 Light" panose="020B0502040204020203" pitchFamily="34" charset="-122"/>
                <a:cs typeface="Montserrat" charset="0"/>
              </a:rPr>
              <a:t>卫星通信</a:t>
            </a:r>
            <a:endParaRPr lang="en-US" sz="2000" dirty="0">
              <a:latin typeface="微软雅黑 Light" panose="020B0502040204020203" pitchFamily="34" charset="-122"/>
              <a:ea typeface="微软雅黑 Light" panose="020B0502040204020203" pitchFamily="34" charset="-122"/>
              <a:cs typeface="Montserrat" charset="0"/>
            </a:endParaRPr>
          </a:p>
        </p:txBody>
      </p:sp>
      <p:sp>
        <p:nvSpPr>
          <p:cNvPr id="9" name="TextBox 9">
            <a:extLst>
              <a:ext uri="{FF2B5EF4-FFF2-40B4-BE49-F238E27FC236}">
                <a16:creationId xmlns:a16="http://schemas.microsoft.com/office/drawing/2014/main" id="{707E9E27-11F0-483D-B613-190A4D72EE8C}"/>
              </a:ext>
            </a:extLst>
          </p:cNvPr>
          <p:cNvSpPr txBox="1"/>
          <p:nvPr/>
        </p:nvSpPr>
        <p:spPr>
          <a:xfrm>
            <a:off x="2026550" y="2643092"/>
            <a:ext cx="1210588" cy="400110"/>
          </a:xfrm>
          <a:prstGeom prst="rect">
            <a:avLst/>
          </a:prstGeom>
          <a:noFill/>
        </p:spPr>
        <p:txBody>
          <a:bodyPr wrap="none" rtlCol="0">
            <a:spAutoFit/>
          </a:bodyPr>
          <a:lstStyle>
            <a:defPPr>
              <a:defRPr lang="zh-CN"/>
            </a:defPPr>
            <a:lvl1pPr algn="r">
              <a:buClr>
                <a:schemeClr val="accent2"/>
              </a:buClr>
              <a:defRPr sz="2000">
                <a:latin typeface="Cuprum" panose="00000500000000000000" pitchFamily="2" charset="0"/>
                <a:ea typeface="微软雅黑 Light" panose="020B0502040204020203" pitchFamily="34" charset="-122"/>
              </a:defRPr>
            </a:lvl1pPr>
          </a:lstStyle>
          <a:p>
            <a:r>
              <a:rPr lang="zh-CN" altLang="en-US" dirty="0"/>
              <a:t>短波通信</a:t>
            </a:r>
            <a:endParaRPr lang="en-US" dirty="0"/>
          </a:p>
        </p:txBody>
      </p:sp>
      <p:sp>
        <p:nvSpPr>
          <p:cNvPr id="12" name="TextBox 11">
            <a:extLst>
              <a:ext uri="{FF2B5EF4-FFF2-40B4-BE49-F238E27FC236}">
                <a16:creationId xmlns:a16="http://schemas.microsoft.com/office/drawing/2014/main" id="{DBE2BE09-05FF-4053-BA12-1F2E2104539D}"/>
              </a:ext>
            </a:extLst>
          </p:cNvPr>
          <p:cNvSpPr txBox="1"/>
          <p:nvPr/>
        </p:nvSpPr>
        <p:spPr>
          <a:xfrm>
            <a:off x="8406604" y="2643092"/>
            <a:ext cx="954107" cy="400110"/>
          </a:xfrm>
          <a:prstGeom prst="rect">
            <a:avLst/>
          </a:prstGeom>
          <a:noFill/>
        </p:spPr>
        <p:txBody>
          <a:bodyPr wrap="none" rtlCol="0" anchor="ctr" anchorCtr="0">
            <a:spAutoFit/>
          </a:bodyPr>
          <a:lstStyle/>
          <a:p>
            <a:pPr algn="ctr"/>
            <a:r>
              <a:rPr lang="zh-CN" altLang="en-US" sz="2000" dirty="0">
                <a:latin typeface="微软雅黑 Light" panose="020B0502040204020203" pitchFamily="34" charset="-122"/>
                <a:ea typeface="微软雅黑 Light" panose="020B0502040204020203" pitchFamily="34" charset="-122"/>
                <a:cs typeface="Montserrat" charset="0"/>
              </a:rPr>
              <a:t>超短波</a:t>
            </a:r>
            <a:endParaRPr lang="en-US" sz="2000" dirty="0">
              <a:latin typeface="微软雅黑 Light" panose="020B0502040204020203" pitchFamily="34" charset="-122"/>
              <a:ea typeface="微软雅黑 Light" panose="020B0502040204020203" pitchFamily="34" charset="-122"/>
              <a:cs typeface="Montserrat" charset="0"/>
            </a:endParaRPr>
          </a:p>
        </p:txBody>
      </p:sp>
      <p:sp>
        <p:nvSpPr>
          <p:cNvPr id="15" name="TextBox 17">
            <a:extLst>
              <a:ext uri="{FF2B5EF4-FFF2-40B4-BE49-F238E27FC236}">
                <a16:creationId xmlns:a16="http://schemas.microsoft.com/office/drawing/2014/main" id="{49EE0A68-01C1-4323-93B7-2D3EBE3AB752}"/>
              </a:ext>
            </a:extLst>
          </p:cNvPr>
          <p:cNvSpPr txBox="1"/>
          <p:nvPr/>
        </p:nvSpPr>
        <p:spPr>
          <a:xfrm>
            <a:off x="1866232" y="4360712"/>
            <a:ext cx="1210588" cy="400110"/>
          </a:xfrm>
          <a:prstGeom prst="rect">
            <a:avLst/>
          </a:prstGeom>
          <a:noFill/>
        </p:spPr>
        <p:txBody>
          <a:bodyPr wrap="none" rtlCol="0" anchor="ctr" anchorCtr="0">
            <a:spAutoFit/>
          </a:bodyPr>
          <a:lstStyle/>
          <a:p>
            <a:pPr algn="ctr"/>
            <a:r>
              <a:rPr lang="zh-CN" altLang="en-US" sz="2000" dirty="0">
                <a:latin typeface="微软雅黑 Light" panose="020B0502040204020203" pitchFamily="34" charset="-122"/>
                <a:ea typeface="微软雅黑 Light" panose="020B0502040204020203" pitchFamily="34" charset="-122"/>
                <a:cs typeface="Montserrat" charset="0"/>
              </a:rPr>
              <a:t>微波通信</a:t>
            </a:r>
            <a:endParaRPr lang="en-US" sz="2000" dirty="0">
              <a:latin typeface="微软雅黑 Light" panose="020B0502040204020203" pitchFamily="34" charset="-122"/>
              <a:ea typeface="微软雅黑 Light" panose="020B0502040204020203" pitchFamily="34" charset="-122"/>
              <a:cs typeface="Montserrat" charset="0"/>
            </a:endParaRPr>
          </a:p>
        </p:txBody>
      </p:sp>
      <p:sp>
        <p:nvSpPr>
          <p:cNvPr id="21" name="Subtitle 2">
            <a:extLst>
              <a:ext uri="{FF2B5EF4-FFF2-40B4-BE49-F238E27FC236}">
                <a16:creationId xmlns:a16="http://schemas.microsoft.com/office/drawing/2014/main" id="{65692C91-C133-41C8-A14F-C0EA6D9FA94A}"/>
              </a:ext>
            </a:extLst>
          </p:cNvPr>
          <p:cNvSpPr txBox="1">
            <a:spLocks/>
          </p:cNvSpPr>
          <p:nvPr/>
        </p:nvSpPr>
        <p:spPr>
          <a:xfrm>
            <a:off x="7602822" y="4628281"/>
            <a:ext cx="2542684" cy="400110"/>
          </a:xfrm>
          <a:prstGeom prst="rect">
            <a:avLst/>
          </a:prstGeom>
          <a:noFill/>
        </p:spPr>
        <p:txBody>
          <a:bodyPr wrap="none" rtlCol="0">
            <a:spAutoFit/>
          </a:bodyPr>
          <a:lstStyle>
            <a:defPPr>
              <a:defRPr lang="zh-CN"/>
            </a:defPPr>
            <a:lvl1pPr algn="ctr">
              <a:buClr>
                <a:schemeClr val="accent2"/>
              </a:buClr>
              <a:defRPr sz="2000">
                <a:latin typeface="Cuprum" panose="00000500000000000000" pitchFamily="2" charset="0"/>
                <a:ea typeface="微软雅黑 Light" panose="020B0502040204020203" pitchFamily="34" charset="-122"/>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r>
              <a:rPr lang="en-US" dirty="0"/>
              <a:t>Satellite Communication</a:t>
            </a:r>
          </a:p>
        </p:txBody>
      </p:sp>
      <p:sp>
        <p:nvSpPr>
          <p:cNvPr id="22" name="Subtitle 2">
            <a:extLst>
              <a:ext uri="{FF2B5EF4-FFF2-40B4-BE49-F238E27FC236}">
                <a16:creationId xmlns:a16="http://schemas.microsoft.com/office/drawing/2014/main" id="{4793700A-816D-4F02-BD55-1FC7331E19D4}"/>
              </a:ext>
            </a:extLst>
          </p:cNvPr>
          <p:cNvSpPr txBox="1">
            <a:spLocks/>
          </p:cNvSpPr>
          <p:nvPr/>
        </p:nvSpPr>
        <p:spPr>
          <a:xfrm>
            <a:off x="891080" y="4628281"/>
            <a:ext cx="3610284" cy="400110"/>
          </a:xfrm>
          <a:prstGeom prst="rect">
            <a:avLst/>
          </a:prstGeom>
          <a:noFill/>
        </p:spPr>
        <p:txBody>
          <a:bodyPr wrap="none" rtlCol="0">
            <a:spAutoFit/>
          </a:bodyPr>
          <a:lstStyle>
            <a:defPPr>
              <a:defRPr lang="zh-CN"/>
            </a:defPPr>
            <a:lvl1pPr algn="r">
              <a:buClr>
                <a:schemeClr val="accent2"/>
              </a:buClr>
              <a:defRPr sz="2000">
                <a:latin typeface="Cuprum" panose="00000500000000000000" pitchFamily="2" charset="0"/>
                <a:ea typeface="微软雅黑 Light" panose="020B0502040204020203" pitchFamily="34" charset="-122"/>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ctr"/>
            <a:r>
              <a:rPr lang="en-US" altLang="zh-CN" dirty="0"/>
              <a:t>Microwave Communication / Relay </a:t>
            </a:r>
            <a:endParaRPr lang="en-US" dirty="0"/>
          </a:p>
        </p:txBody>
      </p:sp>
      <p:sp>
        <p:nvSpPr>
          <p:cNvPr id="23" name="Subtitle 2">
            <a:extLst>
              <a:ext uri="{FF2B5EF4-FFF2-40B4-BE49-F238E27FC236}">
                <a16:creationId xmlns:a16="http://schemas.microsoft.com/office/drawing/2014/main" id="{80A990ED-989D-4074-ACC3-7D6D9433D7F0}"/>
              </a:ext>
            </a:extLst>
          </p:cNvPr>
          <p:cNvSpPr txBox="1">
            <a:spLocks/>
          </p:cNvSpPr>
          <p:nvPr/>
        </p:nvSpPr>
        <p:spPr>
          <a:xfrm>
            <a:off x="8603769" y="2977669"/>
            <a:ext cx="556563" cy="400110"/>
          </a:xfrm>
          <a:prstGeom prst="rect">
            <a:avLst/>
          </a:prstGeom>
          <a:noFill/>
        </p:spPr>
        <p:txBody>
          <a:bodyPr wrap="none" rtlCol="0">
            <a:spAutoFit/>
          </a:bodyPr>
          <a:lstStyle>
            <a:defPPr>
              <a:defRPr lang="zh-CN"/>
            </a:defPPr>
            <a:lvl1pPr algn="ctr">
              <a:buClr>
                <a:schemeClr val="accent2"/>
              </a:buClr>
              <a:defRPr sz="2000">
                <a:latin typeface="Cuprum" panose="00000500000000000000" pitchFamily="2" charset="0"/>
                <a:ea typeface="微软雅黑 Light" panose="020B0502040204020203" pitchFamily="34" charset="-122"/>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r>
              <a:rPr lang="en-US" dirty="0"/>
              <a:t>VHF</a:t>
            </a:r>
          </a:p>
        </p:txBody>
      </p:sp>
      <p:sp>
        <p:nvSpPr>
          <p:cNvPr id="24" name="Subtitle 2">
            <a:extLst>
              <a:ext uri="{FF2B5EF4-FFF2-40B4-BE49-F238E27FC236}">
                <a16:creationId xmlns:a16="http://schemas.microsoft.com/office/drawing/2014/main" id="{BBFC2735-B01B-4FF0-B4C5-04953721AEFE}"/>
              </a:ext>
            </a:extLst>
          </p:cNvPr>
          <p:cNvSpPr txBox="1">
            <a:spLocks/>
          </p:cNvSpPr>
          <p:nvPr/>
        </p:nvSpPr>
        <p:spPr>
          <a:xfrm>
            <a:off x="2411807" y="2977669"/>
            <a:ext cx="431528" cy="400110"/>
          </a:xfrm>
          <a:prstGeom prst="rect">
            <a:avLst/>
          </a:prstGeom>
          <a:noFill/>
        </p:spPr>
        <p:txBody>
          <a:bodyPr wrap="none" rtlCol="0">
            <a:spAutoFit/>
          </a:bodyPr>
          <a:lstStyle>
            <a:defPPr>
              <a:defRPr lang="zh-CN"/>
            </a:defPPr>
            <a:lvl1pPr algn="ctr">
              <a:buClr>
                <a:schemeClr val="accent2"/>
              </a:buClr>
              <a:defRPr sz="2000">
                <a:latin typeface="Cuprum" panose="00000500000000000000" pitchFamily="2" charset="0"/>
                <a:ea typeface="微软雅黑 Light" panose="020B0502040204020203" pitchFamily="34" charset="-122"/>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r>
              <a:rPr lang="en-US" dirty="0"/>
              <a:t>HF</a:t>
            </a:r>
          </a:p>
        </p:txBody>
      </p:sp>
    </p:spTree>
    <p:extLst>
      <p:ext uri="{BB962C8B-B14F-4D97-AF65-F5344CB8AC3E}">
        <p14:creationId xmlns:p14="http://schemas.microsoft.com/office/powerpoint/2010/main" val="38063279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12700">
          <a:solidFill>
            <a:schemeClr val="bg1">
              <a:lumMod val="50000"/>
            </a:schemeClr>
          </a:solidFill>
          <a:tailEnd type="none"/>
        </a:ln>
      </a:spPr>
      <a:bodyPr/>
      <a:lstStyle/>
      <a:style>
        <a:lnRef idx="1">
          <a:schemeClr val="dk1"/>
        </a:lnRef>
        <a:fillRef idx="0">
          <a:schemeClr val="dk1"/>
        </a:fillRef>
        <a:effectRef idx="0">
          <a:schemeClr val="dk1"/>
        </a:effectRef>
        <a:fontRef idx="minor">
          <a:schemeClr val="tx1"/>
        </a:fontRef>
      </a:style>
    </a:lnDef>
    <a:txDef>
      <a:spPr>
        <a:noFill/>
      </a:spPr>
      <a:bodyPr wrap="none" rtlCol="0">
        <a:spAutoFit/>
      </a:bodyPr>
      <a:lstStyle>
        <a:defPPr algn="l">
          <a:spcBef>
            <a:spcPts val="600"/>
          </a:spcBef>
          <a:spcAft>
            <a:spcPts val="600"/>
          </a:spcAft>
          <a:defRPr sz="2000" kern="100" dirty="0" smtClean="0">
            <a:latin typeface="微软雅黑 Light" panose="020B0502040204020203" pitchFamily="34" charset="-122"/>
            <a:ea typeface="微软雅黑 Light" panose="020B0502040204020203" pitchFamily="34" charset="-122"/>
            <a:cs typeface="Times New Roman" panose="02020603050405020304" pitchFamily="18"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11991</TotalTime>
  <Words>318</Words>
  <Application>Microsoft Office PowerPoint</Application>
  <PresentationFormat>宽屏</PresentationFormat>
  <Paragraphs>108</Paragraphs>
  <Slides>9</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9</vt:i4>
      </vt:variant>
    </vt:vector>
  </HeadingPairs>
  <TitlesOfParts>
    <vt:vector size="19" baseType="lpstr">
      <vt:lpstr>27禹卫书法行书简体</vt:lpstr>
      <vt:lpstr>Cuprum</vt:lpstr>
      <vt:lpstr>等线</vt:lpstr>
      <vt:lpstr>微软雅黑</vt:lpstr>
      <vt:lpstr>微软雅黑 Light</vt:lpstr>
      <vt:lpstr>Arial</vt:lpstr>
      <vt:lpstr>Courier New</vt:lpstr>
      <vt:lpstr>IBM Plex Sans Light</vt:lpstr>
      <vt:lpstr>Poppins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PLA</Manager>
  <Company>54414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dc:title>
  <dc:creator>cnplaman</dc:creator>
  <cp:lastModifiedBy>军 冷</cp:lastModifiedBy>
  <cp:revision>2877</cp:revision>
  <dcterms:created xsi:type="dcterms:W3CDTF">2020-11-07T11:40:45Z</dcterms:created>
  <dcterms:modified xsi:type="dcterms:W3CDTF">2023-10-11T13:31:31Z</dcterms:modified>
</cp:coreProperties>
</file>